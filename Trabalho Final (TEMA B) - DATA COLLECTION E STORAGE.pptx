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8" r:id="rId4"/>
    <p:sldMasterId id="214748370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5143500" cx="9144000"/>
  <p:notesSz cx="6858000" cy="9144000"/>
  <p:embeddedFontLst>
    <p:embeddedFont>
      <p:font typeface="Lexend Light"/>
      <p:regular r:id="rId18"/>
      <p:bold r:id="rId19"/>
    </p:embeddedFont>
    <p:embeddedFont>
      <p:font typeface="Poppins"/>
      <p:regular r:id="rId20"/>
      <p:bold r:id="rId21"/>
      <p:italic r:id="rId22"/>
      <p:boldItalic r:id="rId23"/>
    </p:embeddedFont>
    <p:embeddedFont>
      <p:font typeface="Lato"/>
      <p:regular r:id="rId24"/>
      <p:bold r:id="rId25"/>
      <p:italic r:id="rId26"/>
      <p:boldItalic r:id="rId27"/>
    </p:embeddedFont>
    <p:embeddedFont>
      <p:font typeface="Lexend"/>
      <p:regular r:id="rId28"/>
      <p:bold r:id="rId29"/>
    </p:embeddedFont>
    <p:embeddedFont>
      <p:font typeface="Poppins SemiBold"/>
      <p:regular r:id="rId30"/>
      <p:bold r:id="rId31"/>
      <p:italic r:id="rId32"/>
      <p:boldItalic r:id="rId33"/>
    </p:embeddedFont>
    <p:embeddedFont>
      <p:font typeface="DM Sans"/>
      <p:regular r:id="rId34"/>
      <p:bold r:id="rId35"/>
      <p:italic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BA2B5ED-4D08-466D-BFF1-EB1FA4852619}">
  <a:tblStyle styleId="{4BA2B5ED-4D08-466D-BFF1-EB1FA485261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regular.fntdata"/><Relationship Id="rId22" Type="http://schemas.openxmlformats.org/officeDocument/2006/relationships/font" Target="fonts/Poppins-italic.fntdata"/><Relationship Id="rId21" Type="http://schemas.openxmlformats.org/officeDocument/2006/relationships/font" Target="fonts/Poppins-bold.fntdata"/><Relationship Id="rId24" Type="http://schemas.openxmlformats.org/officeDocument/2006/relationships/font" Target="fonts/Lato-regular.fntdata"/><Relationship Id="rId23" Type="http://schemas.openxmlformats.org/officeDocument/2006/relationships/font" Target="fonts/Poppins-boldItalic.fntdata"/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Lato-italic.fntdata"/><Relationship Id="rId25" Type="http://schemas.openxmlformats.org/officeDocument/2006/relationships/font" Target="fonts/Lato-bold.fntdata"/><Relationship Id="rId28" Type="http://schemas.openxmlformats.org/officeDocument/2006/relationships/font" Target="fonts/Lexend-regular.fntdata"/><Relationship Id="rId27" Type="http://schemas.openxmlformats.org/officeDocument/2006/relationships/font" Target="fonts/Lato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Lexend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PoppinsSemiBold-bold.fntdata"/><Relationship Id="rId30" Type="http://schemas.openxmlformats.org/officeDocument/2006/relationships/font" Target="fonts/PoppinsSemiBold-regular.fntdata"/><Relationship Id="rId11" Type="http://schemas.openxmlformats.org/officeDocument/2006/relationships/slide" Target="slides/slide5.xml"/><Relationship Id="rId33" Type="http://schemas.openxmlformats.org/officeDocument/2006/relationships/font" Target="fonts/PoppinsSemiBold-boldItalic.fntdata"/><Relationship Id="rId10" Type="http://schemas.openxmlformats.org/officeDocument/2006/relationships/slide" Target="slides/slide4.xml"/><Relationship Id="rId32" Type="http://schemas.openxmlformats.org/officeDocument/2006/relationships/font" Target="fonts/PoppinsSemiBold-italic.fntdata"/><Relationship Id="rId13" Type="http://schemas.openxmlformats.org/officeDocument/2006/relationships/slide" Target="slides/slide7.xml"/><Relationship Id="rId35" Type="http://schemas.openxmlformats.org/officeDocument/2006/relationships/font" Target="fonts/DMSans-bold.fntdata"/><Relationship Id="rId12" Type="http://schemas.openxmlformats.org/officeDocument/2006/relationships/slide" Target="slides/slide6.xml"/><Relationship Id="rId34" Type="http://schemas.openxmlformats.org/officeDocument/2006/relationships/font" Target="fonts/DMSans-regular.fntdata"/><Relationship Id="rId15" Type="http://schemas.openxmlformats.org/officeDocument/2006/relationships/slide" Target="slides/slide9.xml"/><Relationship Id="rId37" Type="http://schemas.openxmlformats.org/officeDocument/2006/relationships/font" Target="fonts/DMSans-boldItalic.fntdata"/><Relationship Id="rId14" Type="http://schemas.openxmlformats.org/officeDocument/2006/relationships/slide" Target="slides/slide8.xml"/><Relationship Id="rId36" Type="http://schemas.openxmlformats.org/officeDocument/2006/relationships/font" Target="fonts/DMSans-italic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LexendLight-bold.fntdata"/><Relationship Id="rId18" Type="http://schemas.openxmlformats.org/officeDocument/2006/relationships/font" Target="fonts/LexendLight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3804acfd15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5" name="Google Shape;435;g3804acfd15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3972225b044_0_2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3" name="Google Shape;443;g3972225b044_0_2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3d5ce06e38a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3" name="Google Shape;453;g3d5ce06e38a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3d5ce06e38a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3" name="Google Shape;463;g3d5ce06e38a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g3d5ce06e38a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0" name="Google Shape;470;g3d5ce06e38a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3d5ce06e38a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7" name="Google Shape;477;g3d5ce06e38a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3d5ce06e38a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4" name="Google Shape;484;g3d5ce06e38a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g3d5ce06e38a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1" name="Google Shape;491;g3d5ce06e38a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3d5ce06e38a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8" name="Google Shape;498;g3d5ce06e38a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g3d5ce06e38a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9" name="Google Shape;509;g3d5ce06e38a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g3d5ce06e38a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3" name="Google Shape;523;g3d5ce06e38a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3534650" y="1425075"/>
            <a:ext cx="5048400" cy="2145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000">
                <a:solidFill>
                  <a:srgbClr val="212529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3534650" y="3610663"/>
            <a:ext cx="5048400" cy="4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" name="Google Shape;11;p2"/>
          <p:cNvSpPr/>
          <p:nvPr/>
        </p:nvSpPr>
        <p:spPr>
          <a:xfrm>
            <a:off x="0" y="0"/>
            <a:ext cx="31284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/>
          <p:nvPr>
            <p:ph type="title"/>
          </p:nvPr>
        </p:nvSpPr>
        <p:spPr>
          <a:xfrm>
            <a:off x="3494600" y="2115425"/>
            <a:ext cx="4496700" cy="151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3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4" name="Google Shape;14;p3"/>
          <p:cNvSpPr txBox="1"/>
          <p:nvPr>
            <p:ph hasCustomPrompt="1" idx="2" type="title"/>
          </p:nvPr>
        </p:nvSpPr>
        <p:spPr>
          <a:xfrm>
            <a:off x="3494600" y="887475"/>
            <a:ext cx="1652100" cy="915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53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5" name="Google Shape;15;p3"/>
          <p:cNvSpPr txBox="1"/>
          <p:nvPr>
            <p:ph idx="1" type="subTitle"/>
          </p:nvPr>
        </p:nvSpPr>
        <p:spPr>
          <a:xfrm>
            <a:off x="3494600" y="3777575"/>
            <a:ext cx="4496700" cy="37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3"/>
          <p:cNvSpPr/>
          <p:nvPr/>
        </p:nvSpPr>
        <p:spPr>
          <a:xfrm>
            <a:off x="0" y="0"/>
            <a:ext cx="31125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/>
          <p:nvPr/>
        </p:nvSpPr>
        <p:spPr>
          <a:xfrm>
            <a:off x="8848250" y="0"/>
            <a:ext cx="2958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" name="Google Shape;19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720000" y="1215751"/>
            <a:ext cx="7704000" cy="42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 sz="1200">
                <a:solidFill>
                  <a:srgbClr val="191919"/>
                </a:solidFill>
              </a:defRPr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subTitle"/>
          </p:nvPr>
        </p:nvSpPr>
        <p:spPr>
          <a:xfrm>
            <a:off x="5055284" y="3766899"/>
            <a:ext cx="250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4" name="Google Shape;24;p5"/>
          <p:cNvSpPr txBox="1"/>
          <p:nvPr>
            <p:ph idx="2" type="subTitle"/>
          </p:nvPr>
        </p:nvSpPr>
        <p:spPr>
          <a:xfrm>
            <a:off x="1583300" y="3766899"/>
            <a:ext cx="250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5" name="Google Shape;25;p5"/>
          <p:cNvSpPr txBox="1"/>
          <p:nvPr>
            <p:ph idx="3" type="subTitle"/>
          </p:nvPr>
        </p:nvSpPr>
        <p:spPr>
          <a:xfrm>
            <a:off x="5055275" y="3194200"/>
            <a:ext cx="25056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6" name="Google Shape;26;p5"/>
          <p:cNvSpPr txBox="1"/>
          <p:nvPr>
            <p:ph idx="4" type="subTitle"/>
          </p:nvPr>
        </p:nvSpPr>
        <p:spPr>
          <a:xfrm>
            <a:off x="1583075" y="3194200"/>
            <a:ext cx="25056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7" name="Google Shape;27;p5"/>
          <p:cNvSpPr/>
          <p:nvPr/>
        </p:nvSpPr>
        <p:spPr>
          <a:xfrm>
            <a:off x="8848250" y="0"/>
            <a:ext cx="2958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0" name="Google Shape;30;p6"/>
          <p:cNvSpPr/>
          <p:nvPr/>
        </p:nvSpPr>
        <p:spPr>
          <a:xfrm>
            <a:off x="8848250" y="0"/>
            <a:ext cx="2958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720000" y="445025"/>
            <a:ext cx="771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subTitle"/>
          </p:nvPr>
        </p:nvSpPr>
        <p:spPr>
          <a:xfrm>
            <a:off x="720000" y="2075250"/>
            <a:ext cx="4794600" cy="21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Lato Light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  <p:sp>
        <p:nvSpPr>
          <p:cNvPr id="34" name="Google Shape;34;p7"/>
          <p:cNvSpPr/>
          <p:nvPr/>
        </p:nvSpPr>
        <p:spPr>
          <a:xfrm>
            <a:off x="8848250" y="0"/>
            <a:ext cx="2958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3509725" y="1307100"/>
            <a:ext cx="49212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7" name="Google Shape;37;p8"/>
          <p:cNvSpPr/>
          <p:nvPr/>
        </p:nvSpPr>
        <p:spPr>
          <a:xfrm>
            <a:off x="0" y="0"/>
            <a:ext cx="31125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 txBox="1"/>
          <p:nvPr>
            <p:ph type="title"/>
          </p:nvPr>
        </p:nvSpPr>
        <p:spPr>
          <a:xfrm>
            <a:off x="1876870" y="1606200"/>
            <a:ext cx="3788400" cy="116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1876799" y="2866200"/>
            <a:ext cx="3788400" cy="97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9"/>
          <p:cNvSpPr/>
          <p:nvPr/>
        </p:nvSpPr>
        <p:spPr>
          <a:xfrm>
            <a:off x="6031500" y="0"/>
            <a:ext cx="31125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/>
          <p:nvPr>
            <p:ph idx="2" type="pic"/>
          </p:nvPr>
        </p:nvSpPr>
        <p:spPr>
          <a:xfrm flipH="1">
            <a:off x="-22" y="-13725"/>
            <a:ext cx="9144000" cy="5157300"/>
          </a:xfrm>
          <a:prstGeom prst="rect">
            <a:avLst/>
          </a:prstGeom>
          <a:noFill/>
          <a:ln>
            <a:noFill/>
          </a:ln>
        </p:spPr>
      </p:sp>
      <p:sp>
        <p:nvSpPr>
          <p:cNvPr id="44" name="Google Shape;44;p10"/>
          <p:cNvSpPr txBox="1"/>
          <p:nvPr>
            <p:ph type="title"/>
          </p:nvPr>
        </p:nvSpPr>
        <p:spPr>
          <a:xfrm>
            <a:off x="3151400" y="544650"/>
            <a:ext cx="4638900" cy="8913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/>
          <p:nvPr>
            <p:ph hasCustomPrompt="1" type="title"/>
          </p:nvPr>
        </p:nvSpPr>
        <p:spPr>
          <a:xfrm>
            <a:off x="3112500" y="1727813"/>
            <a:ext cx="5317800" cy="119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47" name="Google Shape;47;p11"/>
          <p:cNvSpPr txBox="1"/>
          <p:nvPr>
            <p:ph idx="1" type="subTitle"/>
          </p:nvPr>
        </p:nvSpPr>
        <p:spPr>
          <a:xfrm>
            <a:off x="3112500" y="2918588"/>
            <a:ext cx="5317800" cy="4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48" name="Google Shape;48;p11"/>
          <p:cNvSpPr/>
          <p:nvPr/>
        </p:nvSpPr>
        <p:spPr>
          <a:xfrm>
            <a:off x="0" y="0"/>
            <a:ext cx="31125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subTitle"/>
          </p:nvPr>
        </p:nvSpPr>
        <p:spPr>
          <a:xfrm>
            <a:off x="720000" y="2276943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2" type="subTitle"/>
          </p:nvPr>
        </p:nvSpPr>
        <p:spPr>
          <a:xfrm>
            <a:off x="3419271" y="2276943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3" type="subTitle"/>
          </p:nvPr>
        </p:nvSpPr>
        <p:spPr>
          <a:xfrm>
            <a:off x="720000" y="4031300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4" type="subTitle"/>
          </p:nvPr>
        </p:nvSpPr>
        <p:spPr>
          <a:xfrm>
            <a:off x="3419271" y="4031300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3"/>
          <p:cNvSpPr txBox="1"/>
          <p:nvPr>
            <p:ph idx="5" type="subTitle"/>
          </p:nvPr>
        </p:nvSpPr>
        <p:spPr>
          <a:xfrm>
            <a:off x="6118549" y="2276943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3"/>
          <p:cNvSpPr txBox="1"/>
          <p:nvPr>
            <p:ph idx="6" type="subTitle"/>
          </p:nvPr>
        </p:nvSpPr>
        <p:spPr>
          <a:xfrm>
            <a:off x="6118549" y="4031300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3"/>
          <p:cNvSpPr txBox="1"/>
          <p:nvPr>
            <p:ph hasCustomPrompt="1" idx="7" type="title"/>
          </p:nvPr>
        </p:nvSpPr>
        <p:spPr>
          <a:xfrm>
            <a:off x="720000" y="1251395"/>
            <a:ext cx="7347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9" name="Google Shape;59;p13"/>
          <p:cNvSpPr txBox="1"/>
          <p:nvPr>
            <p:ph hasCustomPrompt="1" idx="8" type="title"/>
          </p:nvPr>
        </p:nvSpPr>
        <p:spPr>
          <a:xfrm>
            <a:off x="720000" y="3005166"/>
            <a:ext cx="7347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0" name="Google Shape;60;p13"/>
          <p:cNvSpPr txBox="1"/>
          <p:nvPr>
            <p:ph hasCustomPrompt="1" idx="9" type="title"/>
          </p:nvPr>
        </p:nvSpPr>
        <p:spPr>
          <a:xfrm>
            <a:off x="3419271" y="1251395"/>
            <a:ext cx="7347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1" name="Google Shape;61;p13"/>
          <p:cNvSpPr txBox="1"/>
          <p:nvPr>
            <p:ph hasCustomPrompt="1" idx="13" type="title"/>
          </p:nvPr>
        </p:nvSpPr>
        <p:spPr>
          <a:xfrm>
            <a:off x="3419271" y="3005166"/>
            <a:ext cx="7347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2" name="Google Shape;62;p13"/>
          <p:cNvSpPr txBox="1"/>
          <p:nvPr>
            <p:ph hasCustomPrompt="1" idx="14" type="title"/>
          </p:nvPr>
        </p:nvSpPr>
        <p:spPr>
          <a:xfrm>
            <a:off x="6118549" y="1251395"/>
            <a:ext cx="7347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3" name="Google Shape;63;p13"/>
          <p:cNvSpPr txBox="1"/>
          <p:nvPr>
            <p:ph hasCustomPrompt="1" idx="15" type="title"/>
          </p:nvPr>
        </p:nvSpPr>
        <p:spPr>
          <a:xfrm>
            <a:off x="6118549" y="3005166"/>
            <a:ext cx="7347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4" name="Google Shape;64;p13"/>
          <p:cNvSpPr txBox="1"/>
          <p:nvPr>
            <p:ph idx="16" type="subTitle"/>
          </p:nvPr>
        </p:nvSpPr>
        <p:spPr>
          <a:xfrm>
            <a:off x="720000" y="1792142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65" name="Google Shape;65;p13"/>
          <p:cNvSpPr txBox="1"/>
          <p:nvPr>
            <p:ph idx="17" type="subTitle"/>
          </p:nvPr>
        </p:nvSpPr>
        <p:spPr>
          <a:xfrm>
            <a:off x="3419271" y="1792142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66" name="Google Shape;66;p13"/>
          <p:cNvSpPr txBox="1"/>
          <p:nvPr>
            <p:ph idx="18" type="subTitle"/>
          </p:nvPr>
        </p:nvSpPr>
        <p:spPr>
          <a:xfrm>
            <a:off x="6118549" y="1792142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67" name="Google Shape;67;p13"/>
          <p:cNvSpPr txBox="1"/>
          <p:nvPr>
            <p:ph idx="19" type="subTitle"/>
          </p:nvPr>
        </p:nvSpPr>
        <p:spPr>
          <a:xfrm>
            <a:off x="720000" y="3545980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68" name="Google Shape;68;p13"/>
          <p:cNvSpPr txBox="1"/>
          <p:nvPr>
            <p:ph idx="20" type="subTitle"/>
          </p:nvPr>
        </p:nvSpPr>
        <p:spPr>
          <a:xfrm>
            <a:off x="3419271" y="3545980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69" name="Google Shape;69;p13"/>
          <p:cNvSpPr txBox="1"/>
          <p:nvPr>
            <p:ph idx="21" type="subTitle"/>
          </p:nvPr>
        </p:nvSpPr>
        <p:spPr>
          <a:xfrm>
            <a:off x="6118549" y="3545980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70" name="Google Shape;70;p13"/>
          <p:cNvSpPr/>
          <p:nvPr/>
        </p:nvSpPr>
        <p:spPr>
          <a:xfrm>
            <a:off x="8848250" y="0"/>
            <a:ext cx="2958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 txBox="1"/>
          <p:nvPr>
            <p:ph type="title"/>
          </p:nvPr>
        </p:nvSpPr>
        <p:spPr>
          <a:xfrm>
            <a:off x="3530474" y="3240975"/>
            <a:ext cx="4900200" cy="66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3" name="Google Shape;73;p14"/>
          <p:cNvSpPr txBox="1"/>
          <p:nvPr>
            <p:ph idx="1" type="subTitle"/>
          </p:nvPr>
        </p:nvSpPr>
        <p:spPr>
          <a:xfrm>
            <a:off x="3530475" y="1267125"/>
            <a:ext cx="4900200" cy="186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4" name="Google Shape;74;p14"/>
          <p:cNvSpPr/>
          <p:nvPr/>
        </p:nvSpPr>
        <p:spPr>
          <a:xfrm>
            <a:off x="0" y="0"/>
            <a:ext cx="31125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/>
          <p:cNvSpPr txBox="1"/>
          <p:nvPr>
            <p:ph type="title"/>
          </p:nvPr>
        </p:nvSpPr>
        <p:spPr>
          <a:xfrm>
            <a:off x="1331875" y="1312854"/>
            <a:ext cx="3519600" cy="159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77" name="Google Shape;77;p15"/>
          <p:cNvSpPr txBox="1"/>
          <p:nvPr>
            <p:ph idx="1" type="subTitle"/>
          </p:nvPr>
        </p:nvSpPr>
        <p:spPr>
          <a:xfrm>
            <a:off x="1331875" y="2903353"/>
            <a:ext cx="3519600" cy="112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5"/>
          <p:cNvSpPr/>
          <p:nvPr>
            <p:ph idx="2" type="pic"/>
          </p:nvPr>
        </p:nvSpPr>
        <p:spPr>
          <a:xfrm>
            <a:off x="5273100" y="533875"/>
            <a:ext cx="3112500" cy="4075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79" name="Google Shape;79;p15"/>
          <p:cNvSpPr/>
          <p:nvPr/>
        </p:nvSpPr>
        <p:spPr>
          <a:xfrm>
            <a:off x="6031500" y="0"/>
            <a:ext cx="31125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/>
          <p:nvPr>
            <p:ph type="title"/>
          </p:nvPr>
        </p:nvSpPr>
        <p:spPr>
          <a:xfrm>
            <a:off x="945775" y="1403113"/>
            <a:ext cx="3112500" cy="1235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82" name="Google Shape;82;p16"/>
          <p:cNvSpPr txBox="1"/>
          <p:nvPr>
            <p:ph idx="1" type="subTitle"/>
          </p:nvPr>
        </p:nvSpPr>
        <p:spPr>
          <a:xfrm>
            <a:off x="945775" y="2638488"/>
            <a:ext cx="3112500" cy="110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6"/>
          <p:cNvSpPr/>
          <p:nvPr/>
        </p:nvSpPr>
        <p:spPr>
          <a:xfrm>
            <a:off x="6031500" y="0"/>
            <a:ext cx="31125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4_1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>
            <p:ph type="title"/>
          </p:nvPr>
        </p:nvSpPr>
        <p:spPr>
          <a:xfrm>
            <a:off x="4263575" y="1382250"/>
            <a:ext cx="3112500" cy="1060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86" name="Google Shape;86;p17"/>
          <p:cNvSpPr txBox="1"/>
          <p:nvPr>
            <p:ph idx="1" type="subTitle"/>
          </p:nvPr>
        </p:nvSpPr>
        <p:spPr>
          <a:xfrm>
            <a:off x="4263750" y="2443050"/>
            <a:ext cx="3112500" cy="119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7"/>
          <p:cNvSpPr/>
          <p:nvPr/>
        </p:nvSpPr>
        <p:spPr>
          <a:xfrm>
            <a:off x="0" y="0"/>
            <a:ext cx="31125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90" name="Google Shape;90;p18"/>
          <p:cNvSpPr txBox="1"/>
          <p:nvPr>
            <p:ph idx="1" type="subTitle"/>
          </p:nvPr>
        </p:nvSpPr>
        <p:spPr>
          <a:xfrm>
            <a:off x="5111280" y="2904625"/>
            <a:ext cx="2922600" cy="11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8"/>
          <p:cNvSpPr txBox="1"/>
          <p:nvPr>
            <p:ph idx="2" type="subTitle"/>
          </p:nvPr>
        </p:nvSpPr>
        <p:spPr>
          <a:xfrm>
            <a:off x="1110104" y="2904625"/>
            <a:ext cx="2922600" cy="11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8"/>
          <p:cNvSpPr txBox="1"/>
          <p:nvPr>
            <p:ph idx="3" type="subTitle"/>
          </p:nvPr>
        </p:nvSpPr>
        <p:spPr>
          <a:xfrm>
            <a:off x="1110116" y="2345725"/>
            <a:ext cx="29226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93" name="Google Shape;93;p18"/>
          <p:cNvSpPr txBox="1"/>
          <p:nvPr>
            <p:ph idx="4" type="subTitle"/>
          </p:nvPr>
        </p:nvSpPr>
        <p:spPr>
          <a:xfrm>
            <a:off x="5111296" y="2345725"/>
            <a:ext cx="29226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94" name="Google Shape;94;p18"/>
          <p:cNvSpPr/>
          <p:nvPr/>
        </p:nvSpPr>
        <p:spPr>
          <a:xfrm>
            <a:off x="8848250" y="0"/>
            <a:ext cx="2958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TITLE_AND_TWO_COLUMNS_1_1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97" name="Google Shape;97;p19"/>
          <p:cNvSpPr txBox="1"/>
          <p:nvPr>
            <p:ph idx="1" type="subTitle"/>
          </p:nvPr>
        </p:nvSpPr>
        <p:spPr>
          <a:xfrm>
            <a:off x="4832075" y="2089425"/>
            <a:ext cx="3507300" cy="18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9"/>
          <p:cNvSpPr txBox="1"/>
          <p:nvPr>
            <p:ph idx="2" type="subTitle"/>
          </p:nvPr>
        </p:nvSpPr>
        <p:spPr>
          <a:xfrm>
            <a:off x="1057900" y="2089425"/>
            <a:ext cx="3507300" cy="18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19"/>
          <p:cNvSpPr/>
          <p:nvPr/>
        </p:nvSpPr>
        <p:spPr>
          <a:xfrm>
            <a:off x="8848250" y="0"/>
            <a:ext cx="2958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02" name="Google Shape;102;p20"/>
          <p:cNvSpPr txBox="1"/>
          <p:nvPr>
            <p:ph idx="1" type="subTitle"/>
          </p:nvPr>
        </p:nvSpPr>
        <p:spPr>
          <a:xfrm>
            <a:off x="720250" y="2902727"/>
            <a:ext cx="2392800" cy="101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20"/>
          <p:cNvSpPr txBox="1"/>
          <p:nvPr>
            <p:ph idx="2" type="subTitle"/>
          </p:nvPr>
        </p:nvSpPr>
        <p:spPr>
          <a:xfrm>
            <a:off x="3375662" y="2902727"/>
            <a:ext cx="2392800" cy="101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20"/>
          <p:cNvSpPr txBox="1"/>
          <p:nvPr>
            <p:ph idx="3" type="subTitle"/>
          </p:nvPr>
        </p:nvSpPr>
        <p:spPr>
          <a:xfrm>
            <a:off x="6031075" y="2902727"/>
            <a:ext cx="2392800" cy="101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20"/>
          <p:cNvSpPr txBox="1"/>
          <p:nvPr>
            <p:ph idx="4" type="subTitle"/>
          </p:nvPr>
        </p:nvSpPr>
        <p:spPr>
          <a:xfrm>
            <a:off x="720250" y="2247200"/>
            <a:ext cx="2392800" cy="66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06" name="Google Shape;106;p20"/>
          <p:cNvSpPr txBox="1"/>
          <p:nvPr>
            <p:ph idx="5" type="subTitle"/>
          </p:nvPr>
        </p:nvSpPr>
        <p:spPr>
          <a:xfrm>
            <a:off x="3375666" y="2247200"/>
            <a:ext cx="2392800" cy="66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07" name="Google Shape;107;p20"/>
          <p:cNvSpPr txBox="1"/>
          <p:nvPr>
            <p:ph idx="6" type="subTitle"/>
          </p:nvPr>
        </p:nvSpPr>
        <p:spPr>
          <a:xfrm>
            <a:off x="6031075" y="2247200"/>
            <a:ext cx="2392800" cy="66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08" name="Google Shape;108;p20"/>
          <p:cNvSpPr/>
          <p:nvPr/>
        </p:nvSpPr>
        <p:spPr>
          <a:xfrm>
            <a:off x="8848250" y="0"/>
            <a:ext cx="2958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11" name="Google Shape;111;p21"/>
          <p:cNvSpPr txBox="1"/>
          <p:nvPr>
            <p:ph idx="1" type="subTitle"/>
          </p:nvPr>
        </p:nvSpPr>
        <p:spPr>
          <a:xfrm>
            <a:off x="1597586" y="2214940"/>
            <a:ext cx="21348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21"/>
          <p:cNvSpPr txBox="1"/>
          <p:nvPr>
            <p:ph idx="2" type="subTitle"/>
          </p:nvPr>
        </p:nvSpPr>
        <p:spPr>
          <a:xfrm>
            <a:off x="5411614" y="2214940"/>
            <a:ext cx="21348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21"/>
          <p:cNvSpPr txBox="1"/>
          <p:nvPr>
            <p:ph idx="3" type="subTitle"/>
          </p:nvPr>
        </p:nvSpPr>
        <p:spPr>
          <a:xfrm>
            <a:off x="1597586" y="3862299"/>
            <a:ext cx="21348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21"/>
          <p:cNvSpPr txBox="1"/>
          <p:nvPr>
            <p:ph idx="4" type="subTitle"/>
          </p:nvPr>
        </p:nvSpPr>
        <p:spPr>
          <a:xfrm>
            <a:off x="5411614" y="3862300"/>
            <a:ext cx="21348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21"/>
          <p:cNvSpPr txBox="1"/>
          <p:nvPr>
            <p:ph idx="5" type="subTitle"/>
          </p:nvPr>
        </p:nvSpPr>
        <p:spPr>
          <a:xfrm>
            <a:off x="1597586" y="1718300"/>
            <a:ext cx="21348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16" name="Google Shape;116;p21"/>
          <p:cNvSpPr txBox="1"/>
          <p:nvPr>
            <p:ph idx="6" type="subTitle"/>
          </p:nvPr>
        </p:nvSpPr>
        <p:spPr>
          <a:xfrm>
            <a:off x="1597586" y="3365759"/>
            <a:ext cx="21348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17" name="Google Shape;117;p21"/>
          <p:cNvSpPr txBox="1"/>
          <p:nvPr>
            <p:ph idx="7" type="subTitle"/>
          </p:nvPr>
        </p:nvSpPr>
        <p:spPr>
          <a:xfrm>
            <a:off x="5411610" y="1718300"/>
            <a:ext cx="21348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18" name="Google Shape;118;p21"/>
          <p:cNvSpPr txBox="1"/>
          <p:nvPr>
            <p:ph idx="8" type="subTitle"/>
          </p:nvPr>
        </p:nvSpPr>
        <p:spPr>
          <a:xfrm>
            <a:off x="5411610" y="3365759"/>
            <a:ext cx="21348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19" name="Google Shape;119;p21"/>
          <p:cNvSpPr/>
          <p:nvPr/>
        </p:nvSpPr>
        <p:spPr>
          <a:xfrm>
            <a:off x="8848250" y="0"/>
            <a:ext cx="2958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22" name="Google Shape;122;p22"/>
          <p:cNvSpPr txBox="1"/>
          <p:nvPr>
            <p:ph idx="1" type="subTitle"/>
          </p:nvPr>
        </p:nvSpPr>
        <p:spPr>
          <a:xfrm>
            <a:off x="796175" y="2218427"/>
            <a:ext cx="22974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22"/>
          <p:cNvSpPr txBox="1"/>
          <p:nvPr>
            <p:ph idx="2" type="subTitle"/>
          </p:nvPr>
        </p:nvSpPr>
        <p:spPr>
          <a:xfrm>
            <a:off x="3577950" y="2218427"/>
            <a:ext cx="230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22"/>
          <p:cNvSpPr txBox="1"/>
          <p:nvPr>
            <p:ph idx="3" type="subTitle"/>
          </p:nvPr>
        </p:nvSpPr>
        <p:spPr>
          <a:xfrm>
            <a:off x="796175" y="4014198"/>
            <a:ext cx="22974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22"/>
          <p:cNvSpPr txBox="1"/>
          <p:nvPr>
            <p:ph idx="4" type="subTitle"/>
          </p:nvPr>
        </p:nvSpPr>
        <p:spPr>
          <a:xfrm>
            <a:off x="3577950" y="4014198"/>
            <a:ext cx="230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22"/>
          <p:cNvSpPr txBox="1"/>
          <p:nvPr>
            <p:ph idx="5" type="subTitle"/>
          </p:nvPr>
        </p:nvSpPr>
        <p:spPr>
          <a:xfrm>
            <a:off x="6048325" y="2218427"/>
            <a:ext cx="22995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22"/>
          <p:cNvSpPr txBox="1"/>
          <p:nvPr>
            <p:ph idx="6" type="subTitle"/>
          </p:nvPr>
        </p:nvSpPr>
        <p:spPr>
          <a:xfrm>
            <a:off x="6048325" y="4014198"/>
            <a:ext cx="22995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22"/>
          <p:cNvSpPr txBox="1"/>
          <p:nvPr>
            <p:ph idx="7" type="subTitle"/>
          </p:nvPr>
        </p:nvSpPr>
        <p:spPr>
          <a:xfrm>
            <a:off x="797216" y="1725825"/>
            <a:ext cx="22953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29" name="Google Shape;129;p22"/>
          <p:cNvSpPr txBox="1"/>
          <p:nvPr>
            <p:ph idx="8" type="subTitle"/>
          </p:nvPr>
        </p:nvSpPr>
        <p:spPr>
          <a:xfrm>
            <a:off x="3578993" y="1725825"/>
            <a:ext cx="22995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30" name="Google Shape;130;p22"/>
          <p:cNvSpPr txBox="1"/>
          <p:nvPr>
            <p:ph idx="9" type="subTitle"/>
          </p:nvPr>
        </p:nvSpPr>
        <p:spPr>
          <a:xfrm>
            <a:off x="6049367" y="1725825"/>
            <a:ext cx="22974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31" name="Google Shape;131;p22"/>
          <p:cNvSpPr txBox="1"/>
          <p:nvPr>
            <p:ph idx="13" type="subTitle"/>
          </p:nvPr>
        </p:nvSpPr>
        <p:spPr>
          <a:xfrm>
            <a:off x="797216" y="3521572"/>
            <a:ext cx="22953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32" name="Google Shape;132;p22"/>
          <p:cNvSpPr txBox="1"/>
          <p:nvPr>
            <p:ph idx="14" type="subTitle"/>
          </p:nvPr>
        </p:nvSpPr>
        <p:spPr>
          <a:xfrm>
            <a:off x="3578993" y="3521572"/>
            <a:ext cx="22995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33" name="Google Shape;133;p22"/>
          <p:cNvSpPr txBox="1"/>
          <p:nvPr>
            <p:ph idx="15" type="subTitle"/>
          </p:nvPr>
        </p:nvSpPr>
        <p:spPr>
          <a:xfrm>
            <a:off x="6049367" y="3521572"/>
            <a:ext cx="22974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34" name="Google Shape;134;p22"/>
          <p:cNvSpPr/>
          <p:nvPr/>
        </p:nvSpPr>
        <p:spPr>
          <a:xfrm>
            <a:off x="8848250" y="0"/>
            <a:ext cx="2958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3"/>
          <p:cNvSpPr txBox="1"/>
          <p:nvPr>
            <p:ph hasCustomPrompt="1" type="title"/>
          </p:nvPr>
        </p:nvSpPr>
        <p:spPr>
          <a:xfrm>
            <a:off x="933100" y="611474"/>
            <a:ext cx="46968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37" name="Google Shape;137;p23"/>
          <p:cNvSpPr txBox="1"/>
          <p:nvPr>
            <p:ph idx="1" type="subTitle"/>
          </p:nvPr>
        </p:nvSpPr>
        <p:spPr>
          <a:xfrm>
            <a:off x="933100" y="1300395"/>
            <a:ext cx="4696800" cy="59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8" name="Google Shape;138;p23"/>
          <p:cNvSpPr txBox="1"/>
          <p:nvPr>
            <p:ph hasCustomPrompt="1" idx="2" type="title"/>
          </p:nvPr>
        </p:nvSpPr>
        <p:spPr>
          <a:xfrm>
            <a:off x="933100" y="1963730"/>
            <a:ext cx="46968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39" name="Google Shape;139;p23"/>
          <p:cNvSpPr txBox="1"/>
          <p:nvPr>
            <p:ph idx="3" type="subTitle"/>
          </p:nvPr>
        </p:nvSpPr>
        <p:spPr>
          <a:xfrm>
            <a:off x="933100" y="2652651"/>
            <a:ext cx="4696800" cy="59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0" name="Google Shape;140;p23"/>
          <p:cNvSpPr txBox="1"/>
          <p:nvPr>
            <p:ph hasCustomPrompt="1" idx="4" type="title"/>
          </p:nvPr>
        </p:nvSpPr>
        <p:spPr>
          <a:xfrm>
            <a:off x="933100" y="3315986"/>
            <a:ext cx="46968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1" name="Google Shape;141;p23"/>
          <p:cNvSpPr txBox="1"/>
          <p:nvPr>
            <p:ph idx="5" type="subTitle"/>
          </p:nvPr>
        </p:nvSpPr>
        <p:spPr>
          <a:xfrm>
            <a:off x="933100" y="4004906"/>
            <a:ext cx="4696800" cy="59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2" name="Google Shape;142;p23"/>
          <p:cNvSpPr/>
          <p:nvPr/>
        </p:nvSpPr>
        <p:spPr>
          <a:xfrm>
            <a:off x="6031500" y="0"/>
            <a:ext cx="31125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0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45" name="Google Shape;145;p24"/>
          <p:cNvSpPr/>
          <p:nvPr/>
        </p:nvSpPr>
        <p:spPr>
          <a:xfrm>
            <a:off x="8848250" y="0"/>
            <a:ext cx="2958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0_1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48" name="Google Shape;148;p25"/>
          <p:cNvSpPr/>
          <p:nvPr/>
        </p:nvSpPr>
        <p:spPr>
          <a:xfrm>
            <a:off x="8848250" y="0"/>
            <a:ext cx="2958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10_1_1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51" name="Google Shape;151;p26"/>
          <p:cNvSpPr/>
          <p:nvPr/>
        </p:nvSpPr>
        <p:spPr>
          <a:xfrm>
            <a:off x="8848250" y="0"/>
            <a:ext cx="2958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CUSTOM_11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7"/>
          <p:cNvSpPr txBox="1"/>
          <p:nvPr>
            <p:ph type="title"/>
          </p:nvPr>
        </p:nvSpPr>
        <p:spPr>
          <a:xfrm>
            <a:off x="1683700" y="2115425"/>
            <a:ext cx="3955200" cy="151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43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4" name="Google Shape;154;p27"/>
          <p:cNvSpPr txBox="1"/>
          <p:nvPr>
            <p:ph hasCustomPrompt="1" idx="2" type="title"/>
          </p:nvPr>
        </p:nvSpPr>
        <p:spPr>
          <a:xfrm>
            <a:off x="3986775" y="887475"/>
            <a:ext cx="1652100" cy="915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53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55" name="Google Shape;155;p27"/>
          <p:cNvSpPr txBox="1"/>
          <p:nvPr>
            <p:ph idx="1" type="subTitle"/>
          </p:nvPr>
        </p:nvSpPr>
        <p:spPr>
          <a:xfrm>
            <a:off x="1142175" y="3777575"/>
            <a:ext cx="4496700" cy="37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p27"/>
          <p:cNvSpPr/>
          <p:nvPr/>
        </p:nvSpPr>
        <p:spPr>
          <a:xfrm>
            <a:off x="6031500" y="0"/>
            <a:ext cx="31125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">
  <p:cSld name="CUSTOM_11_1"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8"/>
          <p:cNvSpPr txBox="1"/>
          <p:nvPr>
            <p:ph type="title"/>
          </p:nvPr>
        </p:nvSpPr>
        <p:spPr>
          <a:xfrm>
            <a:off x="3494600" y="2115425"/>
            <a:ext cx="4496700" cy="151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43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9" name="Google Shape;159;p28"/>
          <p:cNvSpPr txBox="1"/>
          <p:nvPr>
            <p:ph hasCustomPrompt="1" idx="2" type="title"/>
          </p:nvPr>
        </p:nvSpPr>
        <p:spPr>
          <a:xfrm>
            <a:off x="3494600" y="887475"/>
            <a:ext cx="1652100" cy="915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53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60" name="Google Shape;160;p28"/>
          <p:cNvSpPr txBox="1"/>
          <p:nvPr>
            <p:ph idx="1" type="subTitle"/>
          </p:nvPr>
        </p:nvSpPr>
        <p:spPr>
          <a:xfrm>
            <a:off x="3494600" y="3777575"/>
            <a:ext cx="4496700" cy="37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28"/>
          <p:cNvSpPr/>
          <p:nvPr/>
        </p:nvSpPr>
        <p:spPr>
          <a:xfrm>
            <a:off x="0" y="0"/>
            <a:ext cx="31125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9"/>
          <p:cNvSpPr txBox="1"/>
          <p:nvPr>
            <p:ph type="title"/>
          </p:nvPr>
        </p:nvSpPr>
        <p:spPr>
          <a:xfrm>
            <a:off x="1145838" y="539500"/>
            <a:ext cx="4448100" cy="105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64" name="Google Shape;164;p29"/>
          <p:cNvSpPr txBox="1"/>
          <p:nvPr>
            <p:ph idx="1" type="subTitle"/>
          </p:nvPr>
        </p:nvSpPr>
        <p:spPr>
          <a:xfrm>
            <a:off x="1145800" y="1704024"/>
            <a:ext cx="4448100" cy="11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5" name="Google Shape;165;p29"/>
          <p:cNvSpPr txBox="1"/>
          <p:nvPr/>
        </p:nvSpPr>
        <p:spPr>
          <a:xfrm>
            <a:off x="1840500" y="3638750"/>
            <a:ext cx="3753300" cy="7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CREDITS: This presentation template was created by </a:t>
            </a:r>
            <a:r>
              <a:rPr b="1" lang="en" sz="1200" u="sng">
                <a:solidFill>
                  <a:schemeClr val="hlink"/>
                </a:solidFill>
                <a:latin typeface="Lexend"/>
                <a:ea typeface="Lexend"/>
                <a:cs typeface="Lexend"/>
                <a:sym typeface="Lexend"/>
                <a:hlinkClick r:id="rId2"/>
              </a:rPr>
              <a:t>Slidesgo</a:t>
            </a: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and includes icons by </a:t>
            </a:r>
            <a:r>
              <a:rPr b="1" lang="en" sz="12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and infographics &amp; images by </a:t>
            </a:r>
            <a:r>
              <a:rPr b="1" lang="en" sz="12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2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 u="sng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" name="Google Shape;166;p29"/>
          <p:cNvSpPr/>
          <p:nvPr/>
        </p:nvSpPr>
        <p:spPr>
          <a:xfrm>
            <a:off x="6031500" y="0"/>
            <a:ext cx="31125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0"/>
          <p:cNvSpPr/>
          <p:nvPr/>
        </p:nvSpPr>
        <p:spPr>
          <a:xfrm>
            <a:off x="8848250" y="0"/>
            <a:ext cx="2958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1"/>
          <p:cNvSpPr/>
          <p:nvPr/>
        </p:nvSpPr>
        <p:spPr>
          <a:xfrm>
            <a:off x="6031500" y="0"/>
            <a:ext cx="31125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171" name="Google Shape;171;p31"/>
          <p:cNvGrpSpPr/>
          <p:nvPr/>
        </p:nvGrpSpPr>
        <p:grpSpPr>
          <a:xfrm>
            <a:off x="7539996" y="491083"/>
            <a:ext cx="593845" cy="593845"/>
            <a:chOff x="8175996" y="3183733"/>
            <a:chExt cx="593845" cy="593845"/>
          </a:xfrm>
        </p:grpSpPr>
        <p:sp>
          <p:nvSpPr>
            <p:cNvPr id="172" name="Google Shape;172;p31"/>
            <p:cNvSpPr/>
            <p:nvPr/>
          </p:nvSpPr>
          <p:spPr>
            <a:xfrm>
              <a:off x="8175996" y="3183733"/>
              <a:ext cx="593845" cy="593845"/>
            </a:xfrm>
            <a:custGeom>
              <a:rect b="b" l="l" r="r" t="t"/>
              <a:pathLst>
                <a:path extrusionOk="0" h="515" w="515">
                  <a:moveTo>
                    <a:pt x="515" y="467"/>
                  </a:moveTo>
                  <a:cubicBezTo>
                    <a:pt x="515" y="494"/>
                    <a:pt x="493" y="515"/>
                    <a:pt x="467" y="515"/>
                  </a:cubicBezTo>
                  <a:cubicBezTo>
                    <a:pt x="48" y="515"/>
                    <a:pt x="48" y="515"/>
                    <a:pt x="48" y="515"/>
                  </a:cubicBezTo>
                  <a:cubicBezTo>
                    <a:pt x="22" y="515"/>
                    <a:pt x="0" y="494"/>
                    <a:pt x="0" y="467"/>
                  </a:cubicBezTo>
                  <a:cubicBezTo>
                    <a:pt x="0" y="48"/>
                    <a:pt x="0" y="48"/>
                    <a:pt x="0" y="48"/>
                  </a:cubicBezTo>
                  <a:cubicBezTo>
                    <a:pt x="0" y="22"/>
                    <a:pt x="22" y="0"/>
                    <a:pt x="48" y="0"/>
                  </a:cubicBezTo>
                  <a:cubicBezTo>
                    <a:pt x="467" y="0"/>
                    <a:pt x="467" y="0"/>
                    <a:pt x="467" y="0"/>
                  </a:cubicBezTo>
                  <a:cubicBezTo>
                    <a:pt x="493" y="0"/>
                    <a:pt x="515" y="22"/>
                    <a:pt x="515" y="48"/>
                  </a:cubicBezTo>
                  <a:lnTo>
                    <a:pt x="515" y="4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73" name="Google Shape;173;p31"/>
            <p:cNvGrpSpPr/>
            <p:nvPr/>
          </p:nvGrpSpPr>
          <p:grpSpPr>
            <a:xfrm>
              <a:off x="8278130" y="3276121"/>
              <a:ext cx="389591" cy="409071"/>
              <a:chOff x="4848226" y="6119813"/>
              <a:chExt cx="285750" cy="300038"/>
            </a:xfrm>
          </p:grpSpPr>
          <p:sp>
            <p:nvSpPr>
              <p:cNvPr id="174" name="Google Shape;174;p31"/>
              <p:cNvSpPr/>
              <p:nvPr/>
            </p:nvSpPr>
            <p:spPr>
              <a:xfrm>
                <a:off x="4875213" y="6143625"/>
                <a:ext cx="234950" cy="185737"/>
              </a:xfrm>
              <a:custGeom>
                <a:rect b="b" l="l" r="r" t="t"/>
                <a:pathLst>
                  <a:path extrusionOk="0" h="77" w="98">
                    <a:moveTo>
                      <a:pt x="90" y="0"/>
                    </a:moveTo>
                    <a:cubicBezTo>
                      <a:pt x="8" y="0"/>
                      <a:pt x="8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69"/>
                      <a:pt x="0" y="69"/>
                      <a:pt x="0" y="69"/>
                    </a:cubicBezTo>
                    <a:cubicBezTo>
                      <a:pt x="0" y="73"/>
                      <a:pt x="4" y="77"/>
                      <a:pt x="8" y="77"/>
                    </a:cubicBezTo>
                    <a:cubicBezTo>
                      <a:pt x="90" y="77"/>
                      <a:pt x="90" y="77"/>
                      <a:pt x="90" y="77"/>
                    </a:cubicBezTo>
                    <a:cubicBezTo>
                      <a:pt x="94" y="77"/>
                      <a:pt x="98" y="73"/>
                      <a:pt x="98" y="69"/>
                    </a:cubicBezTo>
                    <a:cubicBezTo>
                      <a:pt x="98" y="8"/>
                      <a:pt x="98" y="8"/>
                      <a:pt x="98" y="8"/>
                    </a:cubicBezTo>
                    <a:cubicBezTo>
                      <a:pt x="98" y="4"/>
                      <a:pt x="94" y="0"/>
                      <a:pt x="90" y="0"/>
                    </a:cubicBezTo>
                    <a:close/>
                    <a:moveTo>
                      <a:pt x="78" y="34"/>
                    </a:moveTo>
                    <a:cubicBezTo>
                      <a:pt x="77" y="42"/>
                      <a:pt x="67" y="52"/>
                      <a:pt x="59" y="59"/>
                    </a:cubicBezTo>
                    <a:cubicBezTo>
                      <a:pt x="59" y="59"/>
                      <a:pt x="55" y="63"/>
                      <a:pt x="54" y="64"/>
                    </a:cubicBezTo>
                    <a:cubicBezTo>
                      <a:pt x="53" y="65"/>
                      <a:pt x="51" y="67"/>
                      <a:pt x="49" y="67"/>
                    </a:cubicBezTo>
                    <a:cubicBezTo>
                      <a:pt x="47" y="67"/>
                      <a:pt x="45" y="65"/>
                      <a:pt x="44" y="64"/>
                    </a:cubicBezTo>
                    <a:cubicBezTo>
                      <a:pt x="43" y="63"/>
                      <a:pt x="39" y="59"/>
                      <a:pt x="39" y="59"/>
                    </a:cubicBezTo>
                    <a:cubicBezTo>
                      <a:pt x="31" y="52"/>
                      <a:pt x="21" y="42"/>
                      <a:pt x="20" y="34"/>
                    </a:cubicBezTo>
                    <a:cubicBezTo>
                      <a:pt x="19" y="28"/>
                      <a:pt x="20" y="24"/>
                      <a:pt x="22" y="20"/>
                    </a:cubicBezTo>
                    <a:cubicBezTo>
                      <a:pt x="25" y="16"/>
                      <a:pt x="29" y="14"/>
                      <a:pt x="35" y="14"/>
                    </a:cubicBezTo>
                    <a:cubicBezTo>
                      <a:pt x="36" y="13"/>
                      <a:pt x="37" y="13"/>
                      <a:pt x="37" y="13"/>
                    </a:cubicBezTo>
                    <a:cubicBezTo>
                      <a:pt x="41" y="13"/>
                      <a:pt x="46" y="15"/>
                      <a:pt x="49" y="18"/>
                    </a:cubicBezTo>
                    <a:cubicBezTo>
                      <a:pt x="52" y="15"/>
                      <a:pt x="56" y="13"/>
                      <a:pt x="61" y="13"/>
                    </a:cubicBezTo>
                    <a:cubicBezTo>
                      <a:pt x="61" y="13"/>
                      <a:pt x="62" y="13"/>
                      <a:pt x="62" y="14"/>
                    </a:cubicBezTo>
                    <a:cubicBezTo>
                      <a:pt x="68" y="14"/>
                      <a:pt x="73" y="16"/>
                      <a:pt x="75" y="20"/>
                    </a:cubicBezTo>
                    <a:cubicBezTo>
                      <a:pt x="78" y="24"/>
                      <a:pt x="79" y="28"/>
                      <a:pt x="78" y="34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5" name="Google Shape;175;p31"/>
              <p:cNvSpPr/>
              <p:nvPr/>
            </p:nvSpPr>
            <p:spPr>
              <a:xfrm>
                <a:off x="4848226" y="6365875"/>
                <a:ext cx="284163" cy="53975"/>
              </a:xfrm>
              <a:custGeom>
                <a:rect b="b" l="l" r="r" t="t"/>
                <a:pathLst>
                  <a:path extrusionOk="0" h="23" w="118">
                    <a:moveTo>
                      <a:pt x="108" y="0"/>
                    </a:moveTo>
                    <a:cubicBezTo>
                      <a:pt x="10" y="0"/>
                      <a:pt x="10" y="0"/>
                      <a:pt x="10" y="0"/>
                    </a:cubicBezTo>
                    <a:cubicBezTo>
                      <a:pt x="5" y="0"/>
                      <a:pt x="0" y="4"/>
                      <a:pt x="0" y="10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18"/>
                      <a:pt x="5" y="23"/>
                      <a:pt x="10" y="23"/>
                    </a:cubicBezTo>
                    <a:cubicBezTo>
                      <a:pt x="108" y="23"/>
                      <a:pt x="108" y="23"/>
                      <a:pt x="108" y="23"/>
                    </a:cubicBezTo>
                    <a:cubicBezTo>
                      <a:pt x="114" y="23"/>
                      <a:pt x="118" y="18"/>
                      <a:pt x="118" y="12"/>
                    </a:cubicBezTo>
                    <a:cubicBezTo>
                      <a:pt x="118" y="10"/>
                      <a:pt x="118" y="10"/>
                      <a:pt x="118" y="10"/>
                    </a:cubicBezTo>
                    <a:cubicBezTo>
                      <a:pt x="118" y="4"/>
                      <a:pt x="114" y="0"/>
                      <a:pt x="108" y="0"/>
                    </a:cubicBezTo>
                    <a:close/>
                    <a:moveTo>
                      <a:pt x="63" y="18"/>
                    </a:moveTo>
                    <a:cubicBezTo>
                      <a:pt x="13" y="18"/>
                      <a:pt x="13" y="18"/>
                      <a:pt x="13" y="18"/>
                    </a:cubicBezTo>
                    <a:cubicBezTo>
                      <a:pt x="9" y="18"/>
                      <a:pt x="6" y="15"/>
                      <a:pt x="6" y="12"/>
                    </a:cubicBezTo>
                    <a:cubicBezTo>
                      <a:pt x="6" y="11"/>
                      <a:pt x="6" y="11"/>
                      <a:pt x="6" y="11"/>
                    </a:cubicBezTo>
                    <a:cubicBezTo>
                      <a:pt x="6" y="7"/>
                      <a:pt x="9" y="4"/>
                      <a:pt x="13" y="4"/>
                    </a:cubicBezTo>
                    <a:cubicBezTo>
                      <a:pt x="63" y="4"/>
                      <a:pt x="63" y="4"/>
                      <a:pt x="63" y="4"/>
                    </a:cubicBezTo>
                    <a:lnTo>
                      <a:pt x="63" y="1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6" name="Google Shape;176;p31"/>
              <p:cNvSpPr/>
              <p:nvPr/>
            </p:nvSpPr>
            <p:spPr>
              <a:xfrm>
                <a:off x="4862513" y="6375400"/>
                <a:ext cx="138113" cy="33338"/>
              </a:xfrm>
              <a:custGeom>
                <a:rect b="b" l="l" r="r" t="t"/>
                <a:pathLst>
                  <a:path extrusionOk="0" h="14" w="57">
                    <a:moveTo>
                      <a:pt x="0" y="7"/>
                    </a:move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57" y="14"/>
                      <a:pt x="57" y="14"/>
                      <a:pt x="57" y="14"/>
                    </a:cubicBezTo>
                    <a:cubicBezTo>
                      <a:pt x="57" y="0"/>
                      <a:pt x="57" y="0"/>
                      <a:pt x="57" y="0"/>
                    </a:cubicBezTo>
                    <a:cubicBezTo>
                      <a:pt x="7" y="0"/>
                      <a:pt x="7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7" name="Google Shape;177;p31"/>
              <p:cNvSpPr/>
              <p:nvPr/>
            </p:nvSpPr>
            <p:spPr>
              <a:xfrm>
                <a:off x="4921251" y="6175375"/>
                <a:ext cx="142875" cy="130175"/>
              </a:xfrm>
              <a:custGeom>
                <a:rect b="b" l="l" r="r" t="t"/>
                <a:pathLst>
                  <a:path extrusionOk="0" h="54" w="60">
                    <a:moveTo>
                      <a:pt x="43" y="1"/>
                    </a:moveTo>
                    <a:cubicBezTo>
                      <a:pt x="43" y="0"/>
                      <a:pt x="42" y="0"/>
                      <a:pt x="42" y="0"/>
                    </a:cubicBezTo>
                    <a:cubicBezTo>
                      <a:pt x="37" y="0"/>
                      <a:pt x="33" y="2"/>
                      <a:pt x="30" y="5"/>
                    </a:cubicBezTo>
                    <a:cubicBezTo>
                      <a:pt x="27" y="2"/>
                      <a:pt x="22" y="0"/>
                      <a:pt x="18" y="0"/>
                    </a:cubicBezTo>
                    <a:cubicBezTo>
                      <a:pt x="18" y="0"/>
                      <a:pt x="17" y="0"/>
                      <a:pt x="16" y="1"/>
                    </a:cubicBezTo>
                    <a:cubicBezTo>
                      <a:pt x="10" y="1"/>
                      <a:pt x="6" y="3"/>
                      <a:pt x="3" y="7"/>
                    </a:cubicBezTo>
                    <a:cubicBezTo>
                      <a:pt x="1" y="11"/>
                      <a:pt x="0" y="15"/>
                      <a:pt x="1" y="21"/>
                    </a:cubicBezTo>
                    <a:cubicBezTo>
                      <a:pt x="2" y="29"/>
                      <a:pt x="12" y="39"/>
                      <a:pt x="20" y="46"/>
                    </a:cubicBezTo>
                    <a:cubicBezTo>
                      <a:pt x="20" y="46"/>
                      <a:pt x="24" y="50"/>
                      <a:pt x="25" y="51"/>
                    </a:cubicBezTo>
                    <a:cubicBezTo>
                      <a:pt x="26" y="52"/>
                      <a:pt x="28" y="54"/>
                      <a:pt x="30" y="54"/>
                    </a:cubicBezTo>
                    <a:cubicBezTo>
                      <a:pt x="32" y="54"/>
                      <a:pt x="34" y="52"/>
                      <a:pt x="35" y="51"/>
                    </a:cubicBezTo>
                    <a:cubicBezTo>
                      <a:pt x="36" y="50"/>
                      <a:pt x="40" y="46"/>
                      <a:pt x="40" y="46"/>
                    </a:cubicBezTo>
                    <a:cubicBezTo>
                      <a:pt x="48" y="39"/>
                      <a:pt x="58" y="29"/>
                      <a:pt x="59" y="21"/>
                    </a:cubicBezTo>
                    <a:cubicBezTo>
                      <a:pt x="60" y="15"/>
                      <a:pt x="59" y="11"/>
                      <a:pt x="56" y="7"/>
                    </a:cubicBezTo>
                    <a:cubicBezTo>
                      <a:pt x="54" y="3"/>
                      <a:pt x="49" y="1"/>
                      <a:pt x="4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8" name="Google Shape;178;p31"/>
              <p:cNvSpPr/>
              <p:nvPr/>
            </p:nvSpPr>
            <p:spPr>
              <a:xfrm>
                <a:off x="4851400" y="6119813"/>
                <a:ext cx="282575" cy="236537"/>
              </a:xfrm>
              <a:custGeom>
                <a:rect b="b" l="l" r="r" t="t"/>
                <a:pathLst>
                  <a:path extrusionOk="0" h="98" w="118">
                    <a:moveTo>
                      <a:pt x="100" y="0"/>
                    </a:moveTo>
                    <a:cubicBezTo>
                      <a:pt x="18" y="0"/>
                      <a:pt x="18" y="0"/>
                      <a:pt x="18" y="0"/>
                    </a:cubicBezTo>
                    <a:cubicBezTo>
                      <a:pt x="8" y="0"/>
                      <a:pt x="0" y="8"/>
                      <a:pt x="0" y="18"/>
                    </a:cubicBezTo>
                    <a:cubicBezTo>
                      <a:pt x="0" y="79"/>
                      <a:pt x="0" y="79"/>
                      <a:pt x="0" y="79"/>
                    </a:cubicBezTo>
                    <a:cubicBezTo>
                      <a:pt x="0" y="89"/>
                      <a:pt x="8" y="98"/>
                      <a:pt x="18" y="98"/>
                    </a:cubicBezTo>
                    <a:cubicBezTo>
                      <a:pt x="100" y="98"/>
                      <a:pt x="100" y="98"/>
                      <a:pt x="100" y="98"/>
                    </a:cubicBezTo>
                    <a:cubicBezTo>
                      <a:pt x="110" y="98"/>
                      <a:pt x="118" y="89"/>
                      <a:pt x="118" y="79"/>
                    </a:cubicBezTo>
                    <a:cubicBezTo>
                      <a:pt x="118" y="18"/>
                      <a:pt x="118" y="18"/>
                      <a:pt x="118" y="18"/>
                    </a:cubicBezTo>
                    <a:cubicBezTo>
                      <a:pt x="118" y="8"/>
                      <a:pt x="110" y="0"/>
                      <a:pt x="100" y="0"/>
                    </a:cubicBezTo>
                    <a:close/>
                    <a:moveTo>
                      <a:pt x="108" y="79"/>
                    </a:moveTo>
                    <a:cubicBezTo>
                      <a:pt x="108" y="83"/>
                      <a:pt x="104" y="87"/>
                      <a:pt x="100" y="87"/>
                    </a:cubicBezTo>
                    <a:cubicBezTo>
                      <a:pt x="18" y="87"/>
                      <a:pt x="18" y="87"/>
                      <a:pt x="18" y="87"/>
                    </a:cubicBezTo>
                    <a:cubicBezTo>
                      <a:pt x="14" y="87"/>
                      <a:pt x="10" y="83"/>
                      <a:pt x="10" y="79"/>
                    </a:cubicBezTo>
                    <a:cubicBezTo>
                      <a:pt x="10" y="18"/>
                      <a:pt x="10" y="18"/>
                      <a:pt x="10" y="18"/>
                    </a:cubicBezTo>
                    <a:cubicBezTo>
                      <a:pt x="10" y="14"/>
                      <a:pt x="14" y="10"/>
                      <a:pt x="18" y="10"/>
                    </a:cubicBezTo>
                    <a:cubicBezTo>
                      <a:pt x="100" y="10"/>
                      <a:pt x="100" y="10"/>
                      <a:pt x="100" y="10"/>
                    </a:cubicBezTo>
                    <a:cubicBezTo>
                      <a:pt x="104" y="10"/>
                      <a:pt x="108" y="14"/>
                      <a:pt x="108" y="18"/>
                    </a:cubicBezTo>
                    <a:lnTo>
                      <a:pt x="108" y="79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79" name="Google Shape;179;p31"/>
          <p:cNvGrpSpPr/>
          <p:nvPr/>
        </p:nvGrpSpPr>
        <p:grpSpPr>
          <a:xfrm>
            <a:off x="6662681" y="3044956"/>
            <a:ext cx="593845" cy="593845"/>
            <a:chOff x="8430781" y="544656"/>
            <a:chExt cx="593845" cy="593845"/>
          </a:xfrm>
        </p:grpSpPr>
        <p:sp>
          <p:nvSpPr>
            <p:cNvPr id="180" name="Google Shape;180;p31"/>
            <p:cNvSpPr/>
            <p:nvPr/>
          </p:nvSpPr>
          <p:spPr>
            <a:xfrm>
              <a:off x="8430781" y="544656"/>
              <a:ext cx="593845" cy="593845"/>
            </a:xfrm>
            <a:custGeom>
              <a:rect b="b" l="l" r="r" t="t"/>
              <a:pathLst>
                <a:path extrusionOk="0" h="515" w="515">
                  <a:moveTo>
                    <a:pt x="515" y="467"/>
                  </a:moveTo>
                  <a:cubicBezTo>
                    <a:pt x="515" y="494"/>
                    <a:pt x="493" y="515"/>
                    <a:pt x="467" y="515"/>
                  </a:cubicBezTo>
                  <a:cubicBezTo>
                    <a:pt x="48" y="515"/>
                    <a:pt x="48" y="515"/>
                    <a:pt x="48" y="515"/>
                  </a:cubicBezTo>
                  <a:cubicBezTo>
                    <a:pt x="22" y="515"/>
                    <a:pt x="0" y="494"/>
                    <a:pt x="0" y="467"/>
                  </a:cubicBezTo>
                  <a:cubicBezTo>
                    <a:pt x="0" y="48"/>
                    <a:pt x="0" y="48"/>
                    <a:pt x="0" y="48"/>
                  </a:cubicBezTo>
                  <a:cubicBezTo>
                    <a:pt x="0" y="22"/>
                    <a:pt x="22" y="0"/>
                    <a:pt x="48" y="0"/>
                  </a:cubicBezTo>
                  <a:cubicBezTo>
                    <a:pt x="467" y="0"/>
                    <a:pt x="467" y="0"/>
                    <a:pt x="467" y="0"/>
                  </a:cubicBezTo>
                  <a:cubicBezTo>
                    <a:pt x="493" y="0"/>
                    <a:pt x="515" y="22"/>
                    <a:pt x="515" y="48"/>
                  </a:cubicBezTo>
                  <a:lnTo>
                    <a:pt x="515" y="4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81" name="Google Shape;181;p31"/>
            <p:cNvGrpSpPr/>
            <p:nvPr/>
          </p:nvGrpSpPr>
          <p:grpSpPr>
            <a:xfrm>
              <a:off x="8499611" y="628045"/>
              <a:ext cx="456181" cy="427063"/>
              <a:chOff x="8535988" y="2970213"/>
              <a:chExt cx="895350" cy="838200"/>
            </a:xfrm>
          </p:grpSpPr>
          <p:sp>
            <p:nvSpPr>
              <p:cNvPr id="182" name="Google Shape;182;p31"/>
              <p:cNvSpPr/>
              <p:nvPr/>
            </p:nvSpPr>
            <p:spPr>
              <a:xfrm>
                <a:off x="9155113" y="3244850"/>
                <a:ext cx="276225" cy="349250"/>
              </a:xfrm>
              <a:custGeom>
                <a:rect b="b" l="l" r="r" t="t"/>
                <a:pathLst>
                  <a:path extrusionOk="0" h="146" w="115">
                    <a:moveTo>
                      <a:pt x="4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46"/>
                      <a:pt x="0" y="146"/>
                      <a:pt x="0" y="146"/>
                    </a:cubicBezTo>
                    <a:cubicBezTo>
                      <a:pt x="41" y="146"/>
                      <a:pt x="41" y="146"/>
                      <a:pt x="41" y="146"/>
                    </a:cubicBezTo>
                    <a:cubicBezTo>
                      <a:pt x="82" y="146"/>
                      <a:pt x="115" y="113"/>
                      <a:pt x="115" y="73"/>
                    </a:cubicBezTo>
                    <a:cubicBezTo>
                      <a:pt x="115" y="32"/>
                      <a:pt x="82" y="0"/>
                      <a:pt x="41" y="0"/>
                    </a:cubicBezTo>
                    <a:close/>
                    <a:moveTo>
                      <a:pt x="23" y="119"/>
                    </a:moveTo>
                    <a:cubicBezTo>
                      <a:pt x="19" y="119"/>
                      <a:pt x="15" y="115"/>
                      <a:pt x="15" y="110"/>
                    </a:cubicBezTo>
                    <a:cubicBezTo>
                      <a:pt x="15" y="105"/>
                      <a:pt x="19" y="102"/>
                      <a:pt x="23" y="102"/>
                    </a:cubicBezTo>
                    <a:cubicBezTo>
                      <a:pt x="28" y="102"/>
                      <a:pt x="32" y="105"/>
                      <a:pt x="32" y="110"/>
                    </a:cubicBezTo>
                    <a:cubicBezTo>
                      <a:pt x="32" y="115"/>
                      <a:pt x="28" y="119"/>
                      <a:pt x="23" y="119"/>
                    </a:cubicBezTo>
                    <a:close/>
                    <a:moveTo>
                      <a:pt x="23" y="82"/>
                    </a:moveTo>
                    <a:cubicBezTo>
                      <a:pt x="19" y="82"/>
                      <a:pt x="15" y="78"/>
                      <a:pt x="15" y="73"/>
                    </a:cubicBezTo>
                    <a:cubicBezTo>
                      <a:pt x="15" y="69"/>
                      <a:pt x="19" y="65"/>
                      <a:pt x="23" y="65"/>
                    </a:cubicBezTo>
                    <a:cubicBezTo>
                      <a:pt x="28" y="65"/>
                      <a:pt x="32" y="69"/>
                      <a:pt x="32" y="73"/>
                    </a:cubicBezTo>
                    <a:cubicBezTo>
                      <a:pt x="32" y="78"/>
                      <a:pt x="28" y="82"/>
                      <a:pt x="23" y="82"/>
                    </a:cubicBezTo>
                    <a:close/>
                    <a:moveTo>
                      <a:pt x="23" y="44"/>
                    </a:moveTo>
                    <a:cubicBezTo>
                      <a:pt x="19" y="44"/>
                      <a:pt x="15" y="40"/>
                      <a:pt x="15" y="35"/>
                    </a:cubicBezTo>
                    <a:cubicBezTo>
                      <a:pt x="15" y="31"/>
                      <a:pt x="19" y="27"/>
                      <a:pt x="23" y="27"/>
                    </a:cubicBezTo>
                    <a:cubicBezTo>
                      <a:pt x="28" y="27"/>
                      <a:pt x="32" y="31"/>
                      <a:pt x="32" y="35"/>
                    </a:cubicBezTo>
                    <a:cubicBezTo>
                      <a:pt x="32" y="40"/>
                      <a:pt x="28" y="44"/>
                      <a:pt x="23" y="44"/>
                    </a:cubicBezTo>
                    <a:close/>
                    <a:moveTo>
                      <a:pt x="47" y="101"/>
                    </a:moveTo>
                    <a:cubicBezTo>
                      <a:pt x="43" y="101"/>
                      <a:pt x="39" y="97"/>
                      <a:pt x="39" y="93"/>
                    </a:cubicBezTo>
                    <a:cubicBezTo>
                      <a:pt x="39" y="88"/>
                      <a:pt x="43" y="84"/>
                      <a:pt x="47" y="84"/>
                    </a:cubicBezTo>
                    <a:cubicBezTo>
                      <a:pt x="52" y="84"/>
                      <a:pt x="56" y="88"/>
                      <a:pt x="56" y="93"/>
                    </a:cubicBezTo>
                    <a:cubicBezTo>
                      <a:pt x="56" y="97"/>
                      <a:pt x="52" y="101"/>
                      <a:pt x="47" y="101"/>
                    </a:cubicBezTo>
                    <a:close/>
                    <a:moveTo>
                      <a:pt x="47" y="63"/>
                    </a:moveTo>
                    <a:cubicBezTo>
                      <a:pt x="43" y="63"/>
                      <a:pt x="39" y="59"/>
                      <a:pt x="39" y="54"/>
                    </a:cubicBezTo>
                    <a:cubicBezTo>
                      <a:pt x="39" y="49"/>
                      <a:pt x="43" y="45"/>
                      <a:pt x="47" y="45"/>
                    </a:cubicBezTo>
                    <a:cubicBezTo>
                      <a:pt x="52" y="45"/>
                      <a:pt x="56" y="49"/>
                      <a:pt x="56" y="54"/>
                    </a:cubicBezTo>
                    <a:cubicBezTo>
                      <a:pt x="56" y="59"/>
                      <a:pt x="52" y="63"/>
                      <a:pt x="47" y="63"/>
                    </a:cubicBezTo>
                    <a:close/>
                    <a:moveTo>
                      <a:pt x="71" y="119"/>
                    </a:moveTo>
                    <a:cubicBezTo>
                      <a:pt x="66" y="119"/>
                      <a:pt x="62" y="115"/>
                      <a:pt x="62" y="110"/>
                    </a:cubicBezTo>
                    <a:cubicBezTo>
                      <a:pt x="62" y="105"/>
                      <a:pt x="66" y="102"/>
                      <a:pt x="71" y="102"/>
                    </a:cubicBezTo>
                    <a:cubicBezTo>
                      <a:pt x="76" y="102"/>
                      <a:pt x="80" y="105"/>
                      <a:pt x="80" y="110"/>
                    </a:cubicBezTo>
                    <a:cubicBezTo>
                      <a:pt x="80" y="115"/>
                      <a:pt x="76" y="119"/>
                      <a:pt x="71" y="119"/>
                    </a:cubicBezTo>
                    <a:close/>
                    <a:moveTo>
                      <a:pt x="71" y="82"/>
                    </a:moveTo>
                    <a:cubicBezTo>
                      <a:pt x="66" y="82"/>
                      <a:pt x="62" y="78"/>
                      <a:pt x="62" y="73"/>
                    </a:cubicBezTo>
                    <a:cubicBezTo>
                      <a:pt x="62" y="69"/>
                      <a:pt x="66" y="65"/>
                      <a:pt x="71" y="65"/>
                    </a:cubicBezTo>
                    <a:cubicBezTo>
                      <a:pt x="76" y="65"/>
                      <a:pt x="80" y="69"/>
                      <a:pt x="80" y="73"/>
                    </a:cubicBezTo>
                    <a:cubicBezTo>
                      <a:pt x="80" y="78"/>
                      <a:pt x="76" y="82"/>
                      <a:pt x="71" y="82"/>
                    </a:cubicBezTo>
                    <a:close/>
                    <a:moveTo>
                      <a:pt x="71" y="44"/>
                    </a:moveTo>
                    <a:cubicBezTo>
                      <a:pt x="66" y="44"/>
                      <a:pt x="62" y="40"/>
                      <a:pt x="62" y="35"/>
                    </a:cubicBezTo>
                    <a:cubicBezTo>
                      <a:pt x="62" y="31"/>
                      <a:pt x="66" y="27"/>
                      <a:pt x="71" y="27"/>
                    </a:cubicBezTo>
                    <a:cubicBezTo>
                      <a:pt x="76" y="27"/>
                      <a:pt x="80" y="31"/>
                      <a:pt x="80" y="35"/>
                    </a:cubicBezTo>
                    <a:cubicBezTo>
                      <a:pt x="80" y="40"/>
                      <a:pt x="76" y="44"/>
                      <a:pt x="71" y="44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3" name="Google Shape;183;p31"/>
              <p:cNvSpPr/>
              <p:nvPr/>
            </p:nvSpPr>
            <p:spPr>
              <a:xfrm>
                <a:off x="8535988" y="3244850"/>
                <a:ext cx="271462" cy="349250"/>
              </a:xfrm>
              <a:custGeom>
                <a:rect b="b" l="l" r="r" t="t"/>
                <a:pathLst>
                  <a:path extrusionOk="0" h="146" w="113">
                    <a:moveTo>
                      <a:pt x="113" y="0"/>
                    </a:moveTo>
                    <a:cubicBezTo>
                      <a:pt x="73" y="0"/>
                      <a:pt x="73" y="0"/>
                      <a:pt x="73" y="0"/>
                    </a:cubicBezTo>
                    <a:cubicBezTo>
                      <a:pt x="32" y="0"/>
                      <a:pt x="0" y="32"/>
                      <a:pt x="0" y="73"/>
                    </a:cubicBezTo>
                    <a:cubicBezTo>
                      <a:pt x="0" y="113"/>
                      <a:pt x="32" y="146"/>
                      <a:pt x="73" y="146"/>
                    </a:cubicBezTo>
                    <a:cubicBezTo>
                      <a:pt x="113" y="146"/>
                      <a:pt x="113" y="146"/>
                      <a:pt x="113" y="146"/>
                    </a:cubicBezTo>
                    <a:cubicBezTo>
                      <a:pt x="113" y="104"/>
                      <a:pt x="113" y="104"/>
                      <a:pt x="113" y="104"/>
                    </a:cubicBezTo>
                    <a:lnTo>
                      <a:pt x="113" y="0"/>
                    </a:lnTo>
                    <a:close/>
                    <a:moveTo>
                      <a:pt x="44" y="121"/>
                    </a:moveTo>
                    <a:cubicBezTo>
                      <a:pt x="39" y="121"/>
                      <a:pt x="35" y="117"/>
                      <a:pt x="35" y="112"/>
                    </a:cubicBezTo>
                    <a:cubicBezTo>
                      <a:pt x="35" y="107"/>
                      <a:pt x="39" y="104"/>
                      <a:pt x="44" y="104"/>
                    </a:cubicBezTo>
                    <a:cubicBezTo>
                      <a:pt x="49" y="104"/>
                      <a:pt x="53" y="107"/>
                      <a:pt x="53" y="112"/>
                    </a:cubicBezTo>
                    <a:cubicBezTo>
                      <a:pt x="53" y="117"/>
                      <a:pt x="49" y="121"/>
                      <a:pt x="44" y="121"/>
                    </a:cubicBezTo>
                    <a:close/>
                    <a:moveTo>
                      <a:pt x="44" y="84"/>
                    </a:moveTo>
                    <a:cubicBezTo>
                      <a:pt x="39" y="84"/>
                      <a:pt x="35" y="80"/>
                      <a:pt x="35" y="75"/>
                    </a:cubicBezTo>
                    <a:cubicBezTo>
                      <a:pt x="35" y="70"/>
                      <a:pt x="39" y="67"/>
                      <a:pt x="44" y="67"/>
                    </a:cubicBezTo>
                    <a:cubicBezTo>
                      <a:pt x="49" y="67"/>
                      <a:pt x="53" y="70"/>
                      <a:pt x="53" y="75"/>
                    </a:cubicBezTo>
                    <a:cubicBezTo>
                      <a:pt x="53" y="80"/>
                      <a:pt x="49" y="84"/>
                      <a:pt x="44" y="84"/>
                    </a:cubicBezTo>
                    <a:close/>
                    <a:moveTo>
                      <a:pt x="44" y="46"/>
                    </a:moveTo>
                    <a:cubicBezTo>
                      <a:pt x="39" y="46"/>
                      <a:pt x="35" y="42"/>
                      <a:pt x="35" y="37"/>
                    </a:cubicBezTo>
                    <a:cubicBezTo>
                      <a:pt x="35" y="33"/>
                      <a:pt x="39" y="29"/>
                      <a:pt x="44" y="29"/>
                    </a:cubicBezTo>
                    <a:cubicBezTo>
                      <a:pt x="49" y="29"/>
                      <a:pt x="53" y="33"/>
                      <a:pt x="53" y="37"/>
                    </a:cubicBezTo>
                    <a:cubicBezTo>
                      <a:pt x="53" y="42"/>
                      <a:pt x="49" y="46"/>
                      <a:pt x="44" y="46"/>
                    </a:cubicBezTo>
                    <a:close/>
                    <a:moveTo>
                      <a:pt x="68" y="103"/>
                    </a:moveTo>
                    <a:cubicBezTo>
                      <a:pt x="63" y="103"/>
                      <a:pt x="60" y="99"/>
                      <a:pt x="60" y="95"/>
                    </a:cubicBezTo>
                    <a:cubicBezTo>
                      <a:pt x="60" y="90"/>
                      <a:pt x="63" y="86"/>
                      <a:pt x="68" y="86"/>
                    </a:cubicBezTo>
                    <a:cubicBezTo>
                      <a:pt x="73" y="86"/>
                      <a:pt x="77" y="90"/>
                      <a:pt x="77" y="95"/>
                    </a:cubicBezTo>
                    <a:cubicBezTo>
                      <a:pt x="77" y="99"/>
                      <a:pt x="73" y="103"/>
                      <a:pt x="68" y="103"/>
                    </a:cubicBezTo>
                    <a:close/>
                    <a:moveTo>
                      <a:pt x="68" y="64"/>
                    </a:moveTo>
                    <a:cubicBezTo>
                      <a:pt x="63" y="64"/>
                      <a:pt x="60" y="61"/>
                      <a:pt x="60" y="56"/>
                    </a:cubicBezTo>
                    <a:cubicBezTo>
                      <a:pt x="60" y="51"/>
                      <a:pt x="63" y="47"/>
                      <a:pt x="68" y="47"/>
                    </a:cubicBezTo>
                    <a:cubicBezTo>
                      <a:pt x="73" y="47"/>
                      <a:pt x="77" y="51"/>
                      <a:pt x="77" y="56"/>
                    </a:cubicBezTo>
                    <a:cubicBezTo>
                      <a:pt x="77" y="61"/>
                      <a:pt x="73" y="64"/>
                      <a:pt x="68" y="64"/>
                    </a:cubicBezTo>
                    <a:close/>
                    <a:moveTo>
                      <a:pt x="92" y="121"/>
                    </a:moveTo>
                    <a:cubicBezTo>
                      <a:pt x="87" y="121"/>
                      <a:pt x="83" y="117"/>
                      <a:pt x="83" y="112"/>
                    </a:cubicBezTo>
                    <a:cubicBezTo>
                      <a:pt x="83" y="107"/>
                      <a:pt x="87" y="104"/>
                      <a:pt x="92" y="104"/>
                    </a:cubicBezTo>
                    <a:cubicBezTo>
                      <a:pt x="96" y="104"/>
                      <a:pt x="100" y="107"/>
                      <a:pt x="100" y="112"/>
                    </a:cubicBezTo>
                    <a:cubicBezTo>
                      <a:pt x="100" y="117"/>
                      <a:pt x="96" y="121"/>
                      <a:pt x="92" y="121"/>
                    </a:cubicBezTo>
                    <a:close/>
                    <a:moveTo>
                      <a:pt x="92" y="84"/>
                    </a:moveTo>
                    <a:cubicBezTo>
                      <a:pt x="87" y="84"/>
                      <a:pt x="83" y="80"/>
                      <a:pt x="83" y="75"/>
                    </a:cubicBezTo>
                    <a:cubicBezTo>
                      <a:pt x="83" y="70"/>
                      <a:pt x="87" y="67"/>
                      <a:pt x="92" y="67"/>
                    </a:cubicBezTo>
                    <a:cubicBezTo>
                      <a:pt x="96" y="67"/>
                      <a:pt x="100" y="70"/>
                      <a:pt x="100" y="75"/>
                    </a:cubicBezTo>
                    <a:cubicBezTo>
                      <a:pt x="100" y="80"/>
                      <a:pt x="96" y="84"/>
                      <a:pt x="92" y="84"/>
                    </a:cubicBezTo>
                    <a:close/>
                    <a:moveTo>
                      <a:pt x="92" y="46"/>
                    </a:moveTo>
                    <a:cubicBezTo>
                      <a:pt x="87" y="46"/>
                      <a:pt x="83" y="42"/>
                      <a:pt x="83" y="37"/>
                    </a:cubicBezTo>
                    <a:cubicBezTo>
                      <a:pt x="83" y="33"/>
                      <a:pt x="87" y="29"/>
                      <a:pt x="92" y="29"/>
                    </a:cubicBezTo>
                    <a:cubicBezTo>
                      <a:pt x="96" y="29"/>
                      <a:pt x="100" y="33"/>
                      <a:pt x="100" y="37"/>
                    </a:cubicBezTo>
                    <a:cubicBezTo>
                      <a:pt x="100" y="42"/>
                      <a:pt x="96" y="46"/>
                      <a:pt x="92" y="46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4" name="Google Shape;184;p31"/>
              <p:cNvSpPr/>
              <p:nvPr/>
            </p:nvSpPr>
            <p:spPr>
              <a:xfrm>
                <a:off x="8620126" y="3313113"/>
                <a:ext cx="42900" cy="414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5" name="Google Shape;185;p31"/>
              <p:cNvSpPr/>
              <p:nvPr/>
            </p:nvSpPr>
            <p:spPr>
              <a:xfrm>
                <a:off x="8620126" y="3405188"/>
                <a:ext cx="42900" cy="414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6" name="Google Shape;186;p31"/>
              <p:cNvSpPr/>
              <p:nvPr/>
            </p:nvSpPr>
            <p:spPr>
              <a:xfrm>
                <a:off x="8620126" y="3494088"/>
                <a:ext cx="42900" cy="414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7" name="Google Shape;187;p31"/>
              <p:cNvSpPr/>
              <p:nvPr/>
            </p:nvSpPr>
            <p:spPr>
              <a:xfrm>
                <a:off x="8680451" y="3451225"/>
                <a:ext cx="39600" cy="39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8" name="Google Shape;188;p31"/>
              <p:cNvSpPr/>
              <p:nvPr/>
            </p:nvSpPr>
            <p:spPr>
              <a:xfrm>
                <a:off x="8680451" y="3357563"/>
                <a:ext cx="39600" cy="39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9" name="Google Shape;189;p31"/>
              <p:cNvSpPr/>
              <p:nvPr/>
            </p:nvSpPr>
            <p:spPr>
              <a:xfrm>
                <a:off x="8734426" y="3313113"/>
                <a:ext cx="41400" cy="414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0" name="Google Shape;190;p31"/>
              <p:cNvSpPr/>
              <p:nvPr/>
            </p:nvSpPr>
            <p:spPr>
              <a:xfrm>
                <a:off x="8734426" y="3405188"/>
                <a:ext cx="41400" cy="41400"/>
              </a:xfrm>
              <a:prstGeom prst="ellipse">
                <a:avLst/>
              </a:prstGeom>
              <a:solidFill>
                <a:srgbClr val="E0D8C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1" name="Google Shape;191;p31"/>
              <p:cNvSpPr/>
              <p:nvPr/>
            </p:nvSpPr>
            <p:spPr>
              <a:xfrm>
                <a:off x="8734426" y="3494088"/>
                <a:ext cx="41400" cy="414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" name="Google Shape;192;p31"/>
              <p:cNvSpPr/>
              <p:nvPr/>
            </p:nvSpPr>
            <p:spPr>
              <a:xfrm>
                <a:off x="9191626" y="3308350"/>
                <a:ext cx="41400" cy="414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3" name="Google Shape;193;p31"/>
              <p:cNvSpPr/>
              <p:nvPr/>
            </p:nvSpPr>
            <p:spPr>
              <a:xfrm>
                <a:off x="9191626" y="3400425"/>
                <a:ext cx="41400" cy="414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4" name="Google Shape;194;p31"/>
              <p:cNvSpPr/>
              <p:nvPr/>
            </p:nvSpPr>
            <p:spPr>
              <a:xfrm>
                <a:off x="9191626" y="3489325"/>
                <a:ext cx="41400" cy="414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5" name="Google Shape;195;p31"/>
              <p:cNvSpPr/>
              <p:nvPr/>
            </p:nvSpPr>
            <p:spPr>
              <a:xfrm>
                <a:off x="9248776" y="3446463"/>
                <a:ext cx="41400" cy="39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6" name="Google Shape;196;p31"/>
              <p:cNvSpPr/>
              <p:nvPr/>
            </p:nvSpPr>
            <p:spPr>
              <a:xfrm>
                <a:off x="9248776" y="3352800"/>
                <a:ext cx="41400" cy="429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7" name="Google Shape;197;p31"/>
              <p:cNvSpPr/>
              <p:nvPr/>
            </p:nvSpPr>
            <p:spPr>
              <a:xfrm>
                <a:off x="9304338" y="3308350"/>
                <a:ext cx="42900" cy="414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8" name="Google Shape;198;p31"/>
              <p:cNvSpPr/>
              <p:nvPr/>
            </p:nvSpPr>
            <p:spPr>
              <a:xfrm>
                <a:off x="9304338" y="3400425"/>
                <a:ext cx="42900" cy="414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9" name="Google Shape;199;p31"/>
              <p:cNvSpPr/>
              <p:nvPr/>
            </p:nvSpPr>
            <p:spPr>
              <a:xfrm>
                <a:off x="9304338" y="3489325"/>
                <a:ext cx="42900" cy="414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0" name="Google Shape;200;p31"/>
              <p:cNvSpPr/>
              <p:nvPr/>
            </p:nvSpPr>
            <p:spPr>
              <a:xfrm>
                <a:off x="8853488" y="3786188"/>
                <a:ext cx="49213" cy="22225"/>
              </a:xfrm>
              <a:custGeom>
                <a:rect b="b" l="l" r="r" t="t"/>
                <a:pathLst>
                  <a:path extrusionOk="0" h="9" w="21">
                    <a:moveTo>
                      <a:pt x="0" y="9"/>
                    </a:moveTo>
                    <a:cubicBezTo>
                      <a:pt x="21" y="0"/>
                      <a:pt x="21" y="0"/>
                      <a:pt x="21" y="0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0" y="9"/>
                      <a:pt x="0" y="9"/>
                      <a:pt x="0" y="9"/>
                    </a:cubicBezTo>
                    <a:close/>
                  </a:path>
                </a:pathLst>
              </a:custGeom>
              <a:solidFill>
                <a:srgbClr val="EBDABC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1" name="Google Shape;201;p31"/>
              <p:cNvSpPr/>
              <p:nvPr/>
            </p:nvSpPr>
            <p:spPr>
              <a:xfrm>
                <a:off x="8807451" y="2970213"/>
                <a:ext cx="350838" cy="838200"/>
              </a:xfrm>
              <a:custGeom>
                <a:rect b="b" l="l" r="r" t="t"/>
                <a:pathLst>
                  <a:path extrusionOk="0" h="349" w="146">
                    <a:moveTo>
                      <a:pt x="146" y="114"/>
                    </a:moveTo>
                    <a:cubicBezTo>
                      <a:pt x="146" y="74"/>
                      <a:pt x="146" y="74"/>
                      <a:pt x="146" y="74"/>
                    </a:cubicBezTo>
                    <a:cubicBezTo>
                      <a:pt x="146" y="33"/>
                      <a:pt x="114" y="0"/>
                      <a:pt x="73" y="0"/>
                    </a:cubicBezTo>
                    <a:cubicBezTo>
                      <a:pt x="33" y="0"/>
                      <a:pt x="0" y="33"/>
                      <a:pt x="0" y="74"/>
                    </a:cubicBezTo>
                    <a:cubicBezTo>
                      <a:pt x="0" y="114"/>
                      <a:pt x="0" y="114"/>
                      <a:pt x="0" y="114"/>
                    </a:cubicBezTo>
                    <a:cubicBezTo>
                      <a:pt x="0" y="218"/>
                      <a:pt x="0" y="218"/>
                      <a:pt x="0" y="218"/>
                    </a:cubicBezTo>
                    <a:cubicBezTo>
                      <a:pt x="0" y="260"/>
                      <a:pt x="0" y="260"/>
                      <a:pt x="0" y="260"/>
                    </a:cubicBezTo>
                    <a:cubicBezTo>
                      <a:pt x="0" y="300"/>
                      <a:pt x="0" y="300"/>
                      <a:pt x="0" y="300"/>
                    </a:cubicBezTo>
                    <a:cubicBezTo>
                      <a:pt x="0" y="319"/>
                      <a:pt x="7" y="336"/>
                      <a:pt x="19" y="349"/>
                    </a:cubicBezTo>
                    <a:cubicBezTo>
                      <a:pt x="17" y="329"/>
                      <a:pt x="23" y="309"/>
                      <a:pt x="37" y="293"/>
                    </a:cubicBezTo>
                    <a:cubicBezTo>
                      <a:pt x="64" y="262"/>
                      <a:pt x="110" y="260"/>
                      <a:pt x="140" y="287"/>
                    </a:cubicBezTo>
                    <a:cubicBezTo>
                      <a:pt x="146" y="292"/>
                      <a:pt x="146" y="292"/>
                      <a:pt x="146" y="292"/>
                    </a:cubicBezTo>
                    <a:cubicBezTo>
                      <a:pt x="146" y="292"/>
                      <a:pt x="146" y="292"/>
                      <a:pt x="146" y="292"/>
                    </a:cubicBezTo>
                    <a:cubicBezTo>
                      <a:pt x="146" y="260"/>
                      <a:pt x="146" y="260"/>
                      <a:pt x="146" y="260"/>
                    </a:cubicBezTo>
                    <a:cubicBezTo>
                      <a:pt x="146" y="218"/>
                      <a:pt x="146" y="218"/>
                      <a:pt x="146" y="218"/>
                    </a:cubicBezTo>
                    <a:lnTo>
                      <a:pt x="146" y="114"/>
                    </a:lnTo>
                    <a:close/>
                    <a:moveTo>
                      <a:pt x="30" y="213"/>
                    </a:moveTo>
                    <a:cubicBezTo>
                      <a:pt x="30" y="165"/>
                      <a:pt x="30" y="165"/>
                      <a:pt x="30" y="165"/>
                    </a:cubicBezTo>
                    <a:cubicBezTo>
                      <a:pt x="30" y="160"/>
                      <a:pt x="30" y="160"/>
                      <a:pt x="30" y="160"/>
                    </a:cubicBezTo>
                    <a:cubicBezTo>
                      <a:pt x="30" y="136"/>
                      <a:pt x="49" y="117"/>
                      <a:pt x="73" y="117"/>
                    </a:cubicBezTo>
                    <a:cubicBezTo>
                      <a:pt x="97" y="117"/>
                      <a:pt x="116" y="136"/>
                      <a:pt x="116" y="160"/>
                    </a:cubicBezTo>
                    <a:cubicBezTo>
                      <a:pt x="116" y="165"/>
                      <a:pt x="116" y="165"/>
                      <a:pt x="116" y="165"/>
                    </a:cubicBezTo>
                    <a:cubicBezTo>
                      <a:pt x="116" y="213"/>
                      <a:pt x="116" y="213"/>
                      <a:pt x="116" y="213"/>
                    </a:cubicBezTo>
                    <a:cubicBezTo>
                      <a:pt x="116" y="237"/>
                      <a:pt x="97" y="257"/>
                      <a:pt x="73" y="257"/>
                    </a:cubicBezTo>
                    <a:cubicBezTo>
                      <a:pt x="49" y="257"/>
                      <a:pt x="30" y="237"/>
                      <a:pt x="30" y="213"/>
                    </a:cubicBezTo>
                    <a:close/>
                    <a:moveTo>
                      <a:pt x="110" y="35"/>
                    </a:moveTo>
                    <a:cubicBezTo>
                      <a:pt x="115" y="35"/>
                      <a:pt x="119" y="39"/>
                      <a:pt x="119" y="44"/>
                    </a:cubicBezTo>
                    <a:cubicBezTo>
                      <a:pt x="119" y="49"/>
                      <a:pt x="115" y="53"/>
                      <a:pt x="110" y="53"/>
                    </a:cubicBezTo>
                    <a:cubicBezTo>
                      <a:pt x="106" y="53"/>
                      <a:pt x="102" y="49"/>
                      <a:pt x="102" y="44"/>
                    </a:cubicBezTo>
                    <a:cubicBezTo>
                      <a:pt x="102" y="39"/>
                      <a:pt x="106" y="35"/>
                      <a:pt x="110" y="35"/>
                    </a:cubicBezTo>
                    <a:close/>
                    <a:moveTo>
                      <a:pt x="110" y="83"/>
                    </a:moveTo>
                    <a:cubicBezTo>
                      <a:pt x="115" y="83"/>
                      <a:pt x="119" y="87"/>
                      <a:pt x="119" y="92"/>
                    </a:cubicBezTo>
                    <a:cubicBezTo>
                      <a:pt x="119" y="96"/>
                      <a:pt x="115" y="100"/>
                      <a:pt x="110" y="100"/>
                    </a:cubicBezTo>
                    <a:cubicBezTo>
                      <a:pt x="106" y="100"/>
                      <a:pt x="102" y="96"/>
                      <a:pt x="102" y="92"/>
                    </a:cubicBezTo>
                    <a:cubicBezTo>
                      <a:pt x="102" y="87"/>
                      <a:pt x="106" y="83"/>
                      <a:pt x="110" y="83"/>
                    </a:cubicBezTo>
                    <a:close/>
                    <a:moveTo>
                      <a:pt x="93" y="59"/>
                    </a:moveTo>
                    <a:cubicBezTo>
                      <a:pt x="98" y="59"/>
                      <a:pt x="101" y="63"/>
                      <a:pt x="101" y="67"/>
                    </a:cubicBezTo>
                    <a:cubicBezTo>
                      <a:pt x="101" y="72"/>
                      <a:pt x="98" y="76"/>
                      <a:pt x="93" y="76"/>
                    </a:cubicBezTo>
                    <a:cubicBezTo>
                      <a:pt x="88" y="76"/>
                      <a:pt x="84" y="72"/>
                      <a:pt x="84" y="67"/>
                    </a:cubicBezTo>
                    <a:cubicBezTo>
                      <a:pt x="84" y="63"/>
                      <a:pt x="88" y="59"/>
                      <a:pt x="93" y="59"/>
                    </a:cubicBezTo>
                    <a:close/>
                    <a:moveTo>
                      <a:pt x="74" y="35"/>
                    </a:moveTo>
                    <a:cubicBezTo>
                      <a:pt x="78" y="35"/>
                      <a:pt x="82" y="39"/>
                      <a:pt x="82" y="44"/>
                    </a:cubicBezTo>
                    <a:cubicBezTo>
                      <a:pt x="82" y="49"/>
                      <a:pt x="78" y="53"/>
                      <a:pt x="74" y="53"/>
                    </a:cubicBezTo>
                    <a:cubicBezTo>
                      <a:pt x="69" y="53"/>
                      <a:pt x="65" y="49"/>
                      <a:pt x="65" y="44"/>
                    </a:cubicBezTo>
                    <a:cubicBezTo>
                      <a:pt x="65" y="39"/>
                      <a:pt x="69" y="35"/>
                      <a:pt x="74" y="35"/>
                    </a:cubicBezTo>
                    <a:close/>
                    <a:moveTo>
                      <a:pt x="74" y="83"/>
                    </a:moveTo>
                    <a:cubicBezTo>
                      <a:pt x="78" y="83"/>
                      <a:pt x="82" y="87"/>
                      <a:pt x="82" y="92"/>
                    </a:cubicBezTo>
                    <a:cubicBezTo>
                      <a:pt x="82" y="96"/>
                      <a:pt x="78" y="100"/>
                      <a:pt x="74" y="100"/>
                    </a:cubicBezTo>
                    <a:cubicBezTo>
                      <a:pt x="69" y="100"/>
                      <a:pt x="65" y="96"/>
                      <a:pt x="65" y="92"/>
                    </a:cubicBezTo>
                    <a:cubicBezTo>
                      <a:pt x="65" y="87"/>
                      <a:pt x="69" y="83"/>
                      <a:pt x="74" y="83"/>
                    </a:cubicBezTo>
                    <a:close/>
                    <a:moveTo>
                      <a:pt x="54" y="59"/>
                    </a:moveTo>
                    <a:cubicBezTo>
                      <a:pt x="59" y="59"/>
                      <a:pt x="63" y="63"/>
                      <a:pt x="63" y="67"/>
                    </a:cubicBezTo>
                    <a:cubicBezTo>
                      <a:pt x="63" y="72"/>
                      <a:pt x="59" y="76"/>
                      <a:pt x="54" y="76"/>
                    </a:cubicBezTo>
                    <a:cubicBezTo>
                      <a:pt x="49" y="76"/>
                      <a:pt x="46" y="72"/>
                      <a:pt x="46" y="67"/>
                    </a:cubicBezTo>
                    <a:cubicBezTo>
                      <a:pt x="46" y="63"/>
                      <a:pt x="49" y="59"/>
                      <a:pt x="54" y="59"/>
                    </a:cubicBezTo>
                    <a:close/>
                    <a:moveTo>
                      <a:pt x="36" y="35"/>
                    </a:moveTo>
                    <a:cubicBezTo>
                      <a:pt x="40" y="35"/>
                      <a:pt x="44" y="39"/>
                      <a:pt x="44" y="44"/>
                    </a:cubicBezTo>
                    <a:cubicBezTo>
                      <a:pt x="44" y="49"/>
                      <a:pt x="40" y="53"/>
                      <a:pt x="36" y="53"/>
                    </a:cubicBezTo>
                    <a:cubicBezTo>
                      <a:pt x="31" y="53"/>
                      <a:pt x="27" y="49"/>
                      <a:pt x="27" y="44"/>
                    </a:cubicBezTo>
                    <a:cubicBezTo>
                      <a:pt x="27" y="39"/>
                      <a:pt x="31" y="35"/>
                      <a:pt x="36" y="35"/>
                    </a:cubicBezTo>
                    <a:close/>
                    <a:moveTo>
                      <a:pt x="36" y="83"/>
                    </a:moveTo>
                    <a:cubicBezTo>
                      <a:pt x="40" y="83"/>
                      <a:pt x="44" y="87"/>
                      <a:pt x="44" y="92"/>
                    </a:cubicBezTo>
                    <a:cubicBezTo>
                      <a:pt x="44" y="96"/>
                      <a:pt x="40" y="100"/>
                      <a:pt x="36" y="100"/>
                    </a:cubicBezTo>
                    <a:cubicBezTo>
                      <a:pt x="31" y="100"/>
                      <a:pt x="27" y="96"/>
                      <a:pt x="27" y="92"/>
                    </a:cubicBezTo>
                    <a:cubicBezTo>
                      <a:pt x="27" y="87"/>
                      <a:pt x="31" y="83"/>
                      <a:pt x="36" y="83"/>
                    </a:cubicBezTo>
                    <a:close/>
                    <a:moveTo>
                      <a:pt x="35" y="290"/>
                    </a:moveTo>
                    <a:cubicBezTo>
                      <a:pt x="30" y="290"/>
                      <a:pt x="26" y="286"/>
                      <a:pt x="26" y="281"/>
                    </a:cubicBezTo>
                    <a:cubicBezTo>
                      <a:pt x="26" y="276"/>
                      <a:pt x="30" y="273"/>
                      <a:pt x="35" y="273"/>
                    </a:cubicBezTo>
                    <a:cubicBezTo>
                      <a:pt x="39" y="273"/>
                      <a:pt x="43" y="276"/>
                      <a:pt x="43" y="281"/>
                    </a:cubicBezTo>
                    <a:cubicBezTo>
                      <a:pt x="43" y="286"/>
                      <a:pt x="39" y="290"/>
                      <a:pt x="35" y="29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2" name="Google Shape;202;p31"/>
              <p:cNvSpPr/>
              <p:nvPr/>
            </p:nvSpPr>
            <p:spPr>
              <a:xfrm>
                <a:off x="8848726" y="3594100"/>
                <a:ext cx="309563" cy="214312"/>
              </a:xfrm>
              <a:custGeom>
                <a:rect b="b" l="l" r="r" t="t"/>
                <a:pathLst>
                  <a:path extrusionOk="0" h="89" w="129">
                    <a:moveTo>
                      <a:pt x="20" y="33"/>
                    </a:moveTo>
                    <a:cubicBezTo>
                      <a:pt x="6" y="49"/>
                      <a:pt x="0" y="69"/>
                      <a:pt x="2" y="89"/>
                    </a:cubicBezTo>
                    <a:cubicBezTo>
                      <a:pt x="2" y="89"/>
                      <a:pt x="2" y="89"/>
                      <a:pt x="2" y="89"/>
                    </a:cubicBezTo>
                    <a:cubicBezTo>
                      <a:pt x="2" y="89"/>
                      <a:pt x="2" y="89"/>
                      <a:pt x="2" y="89"/>
                    </a:cubicBezTo>
                    <a:cubicBezTo>
                      <a:pt x="23" y="80"/>
                      <a:pt x="23" y="80"/>
                      <a:pt x="23" y="80"/>
                    </a:cubicBezTo>
                    <a:cubicBezTo>
                      <a:pt x="129" y="32"/>
                      <a:pt x="129" y="32"/>
                      <a:pt x="129" y="32"/>
                    </a:cubicBezTo>
                    <a:cubicBezTo>
                      <a:pt x="129" y="32"/>
                      <a:pt x="129" y="32"/>
                      <a:pt x="129" y="32"/>
                    </a:cubicBezTo>
                    <a:cubicBezTo>
                      <a:pt x="123" y="27"/>
                      <a:pt x="123" y="27"/>
                      <a:pt x="123" y="27"/>
                    </a:cubicBezTo>
                    <a:cubicBezTo>
                      <a:pt x="93" y="0"/>
                      <a:pt x="47" y="2"/>
                      <a:pt x="20" y="33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3" name="Google Shape;203;p31"/>
              <p:cNvSpPr/>
              <p:nvPr/>
            </p:nvSpPr>
            <p:spPr>
              <a:xfrm>
                <a:off x="8878888" y="3251200"/>
                <a:ext cx="206375" cy="336550"/>
              </a:xfrm>
              <a:custGeom>
                <a:rect b="b" l="l" r="r" t="t"/>
                <a:pathLst>
                  <a:path extrusionOk="0" h="140" w="86">
                    <a:moveTo>
                      <a:pt x="43" y="140"/>
                    </a:moveTo>
                    <a:cubicBezTo>
                      <a:pt x="67" y="140"/>
                      <a:pt x="86" y="120"/>
                      <a:pt x="86" y="96"/>
                    </a:cubicBezTo>
                    <a:cubicBezTo>
                      <a:pt x="86" y="48"/>
                      <a:pt x="86" y="48"/>
                      <a:pt x="86" y="48"/>
                    </a:cubicBezTo>
                    <a:cubicBezTo>
                      <a:pt x="86" y="43"/>
                      <a:pt x="86" y="43"/>
                      <a:pt x="86" y="43"/>
                    </a:cubicBezTo>
                    <a:cubicBezTo>
                      <a:pt x="86" y="19"/>
                      <a:pt x="67" y="0"/>
                      <a:pt x="43" y="0"/>
                    </a:cubicBezTo>
                    <a:cubicBezTo>
                      <a:pt x="19" y="0"/>
                      <a:pt x="0" y="19"/>
                      <a:pt x="0" y="43"/>
                    </a:cubicBezTo>
                    <a:cubicBezTo>
                      <a:pt x="0" y="48"/>
                      <a:pt x="0" y="48"/>
                      <a:pt x="0" y="48"/>
                    </a:cubicBezTo>
                    <a:cubicBezTo>
                      <a:pt x="0" y="96"/>
                      <a:pt x="0" y="96"/>
                      <a:pt x="0" y="96"/>
                    </a:cubicBezTo>
                    <a:cubicBezTo>
                      <a:pt x="0" y="120"/>
                      <a:pt x="19" y="140"/>
                      <a:pt x="43" y="14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4" name="Google Shape;204;p31"/>
              <p:cNvSpPr/>
              <p:nvPr/>
            </p:nvSpPr>
            <p:spPr>
              <a:xfrm>
                <a:off x="8869363" y="3625850"/>
                <a:ext cx="41400" cy="41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5" name="Google Shape;205;p31"/>
              <p:cNvSpPr/>
              <p:nvPr/>
            </p:nvSpPr>
            <p:spPr>
              <a:xfrm>
                <a:off x="8872538" y="3170238"/>
                <a:ext cx="39600" cy="396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6" name="Google Shape;206;p31"/>
              <p:cNvSpPr/>
              <p:nvPr/>
            </p:nvSpPr>
            <p:spPr>
              <a:xfrm>
                <a:off x="8963026" y="3170238"/>
                <a:ext cx="41400" cy="396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7" name="Google Shape;207;p31"/>
              <p:cNvSpPr/>
              <p:nvPr/>
            </p:nvSpPr>
            <p:spPr>
              <a:xfrm>
                <a:off x="9051926" y="3170238"/>
                <a:ext cx="41400" cy="396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8" name="Google Shape;208;p31"/>
              <p:cNvSpPr/>
              <p:nvPr/>
            </p:nvSpPr>
            <p:spPr>
              <a:xfrm>
                <a:off x="9009063" y="3111500"/>
                <a:ext cx="41400" cy="41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9" name="Google Shape;209;p31"/>
              <p:cNvSpPr/>
              <p:nvPr/>
            </p:nvSpPr>
            <p:spPr>
              <a:xfrm>
                <a:off x="8916988" y="3111500"/>
                <a:ext cx="41400" cy="41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0" name="Google Shape;210;p31"/>
              <p:cNvSpPr/>
              <p:nvPr/>
            </p:nvSpPr>
            <p:spPr>
              <a:xfrm>
                <a:off x="8872538" y="3054350"/>
                <a:ext cx="39600" cy="429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1" name="Google Shape;211;p31"/>
              <p:cNvSpPr/>
              <p:nvPr/>
            </p:nvSpPr>
            <p:spPr>
              <a:xfrm>
                <a:off x="8963026" y="3054350"/>
                <a:ext cx="41400" cy="429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2" name="Google Shape;212;p31"/>
              <p:cNvSpPr/>
              <p:nvPr/>
            </p:nvSpPr>
            <p:spPr>
              <a:xfrm>
                <a:off x="9051926" y="3054350"/>
                <a:ext cx="41400" cy="429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13" name="Google Shape;213;p31"/>
          <p:cNvGrpSpPr/>
          <p:nvPr/>
        </p:nvGrpSpPr>
        <p:grpSpPr>
          <a:xfrm>
            <a:off x="8133856" y="3884356"/>
            <a:ext cx="593845" cy="593845"/>
            <a:chOff x="8430781" y="544656"/>
            <a:chExt cx="593845" cy="593845"/>
          </a:xfrm>
        </p:grpSpPr>
        <p:sp>
          <p:nvSpPr>
            <p:cNvPr id="214" name="Google Shape;214;p31"/>
            <p:cNvSpPr/>
            <p:nvPr/>
          </p:nvSpPr>
          <p:spPr>
            <a:xfrm>
              <a:off x="8430781" y="544656"/>
              <a:ext cx="593845" cy="593845"/>
            </a:xfrm>
            <a:custGeom>
              <a:rect b="b" l="l" r="r" t="t"/>
              <a:pathLst>
                <a:path extrusionOk="0" h="515" w="515">
                  <a:moveTo>
                    <a:pt x="515" y="467"/>
                  </a:moveTo>
                  <a:cubicBezTo>
                    <a:pt x="515" y="494"/>
                    <a:pt x="493" y="515"/>
                    <a:pt x="467" y="515"/>
                  </a:cubicBezTo>
                  <a:cubicBezTo>
                    <a:pt x="48" y="515"/>
                    <a:pt x="48" y="515"/>
                    <a:pt x="48" y="515"/>
                  </a:cubicBezTo>
                  <a:cubicBezTo>
                    <a:pt x="22" y="515"/>
                    <a:pt x="0" y="494"/>
                    <a:pt x="0" y="467"/>
                  </a:cubicBezTo>
                  <a:cubicBezTo>
                    <a:pt x="0" y="48"/>
                    <a:pt x="0" y="48"/>
                    <a:pt x="0" y="48"/>
                  </a:cubicBezTo>
                  <a:cubicBezTo>
                    <a:pt x="0" y="22"/>
                    <a:pt x="22" y="0"/>
                    <a:pt x="48" y="0"/>
                  </a:cubicBezTo>
                  <a:cubicBezTo>
                    <a:pt x="467" y="0"/>
                    <a:pt x="467" y="0"/>
                    <a:pt x="467" y="0"/>
                  </a:cubicBezTo>
                  <a:cubicBezTo>
                    <a:pt x="493" y="0"/>
                    <a:pt x="515" y="22"/>
                    <a:pt x="515" y="48"/>
                  </a:cubicBezTo>
                  <a:lnTo>
                    <a:pt x="515" y="4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15" name="Google Shape;215;p31"/>
            <p:cNvGrpSpPr/>
            <p:nvPr/>
          </p:nvGrpSpPr>
          <p:grpSpPr>
            <a:xfrm>
              <a:off x="8547414" y="661672"/>
              <a:ext cx="360576" cy="359814"/>
              <a:chOff x="5753101" y="4460875"/>
              <a:chExt cx="750888" cy="749300"/>
            </a:xfrm>
          </p:grpSpPr>
          <p:sp>
            <p:nvSpPr>
              <p:cNvPr id="216" name="Google Shape;216;p31"/>
              <p:cNvSpPr/>
              <p:nvPr/>
            </p:nvSpPr>
            <p:spPr>
              <a:xfrm>
                <a:off x="5753101" y="4460875"/>
                <a:ext cx="750888" cy="749300"/>
              </a:xfrm>
              <a:custGeom>
                <a:rect b="b" l="l" r="r" t="t"/>
                <a:pathLst>
                  <a:path extrusionOk="0" h="312" w="313">
                    <a:moveTo>
                      <a:pt x="275" y="0"/>
                    </a:moveTo>
                    <a:cubicBezTo>
                      <a:pt x="157" y="0"/>
                      <a:pt x="157" y="0"/>
                      <a:pt x="157" y="0"/>
                    </a:cubicBezTo>
                    <a:cubicBezTo>
                      <a:pt x="39" y="0"/>
                      <a:pt x="39" y="0"/>
                      <a:pt x="39" y="0"/>
                    </a:cubicBezTo>
                    <a:cubicBezTo>
                      <a:pt x="17" y="0"/>
                      <a:pt x="0" y="18"/>
                      <a:pt x="0" y="39"/>
                    </a:cubicBezTo>
                    <a:cubicBezTo>
                      <a:pt x="0" y="273"/>
                      <a:pt x="0" y="273"/>
                      <a:pt x="0" y="273"/>
                    </a:cubicBezTo>
                    <a:cubicBezTo>
                      <a:pt x="0" y="294"/>
                      <a:pt x="17" y="311"/>
                      <a:pt x="39" y="311"/>
                    </a:cubicBezTo>
                    <a:cubicBezTo>
                      <a:pt x="157" y="311"/>
                      <a:pt x="157" y="311"/>
                      <a:pt x="157" y="311"/>
                    </a:cubicBezTo>
                    <a:cubicBezTo>
                      <a:pt x="233" y="312"/>
                      <a:pt x="233" y="312"/>
                      <a:pt x="233" y="312"/>
                    </a:cubicBezTo>
                    <a:cubicBezTo>
                      <a:pt x="234" y="271"/>
                      <a:pt x="234" y="271"/>
                      <a:pt x="234" y="271"/>
                    </a:cubicBezTo>
                    <a:cubicBezTo>
                      <a:pt x="234" y="250"/>
                      <a:pt x="252" y="232"/>
                      <a:pt x="273" y="232"/>
                    </a:cubicBezTo>
                    <a:cubicBezTo>
                      <a:pt x="313" y="232"/>
                      <a:pt x="313" y="232"/>
                      <a:pt x="313" y="232"/>
                    </a:cubicBezTo>
                    <a:cubicBezTo>
                      <a:pt x="313" y="231"/>
                      <a:pt x="313" y="231"/>
                      <a:pt x="313" y="231"/>
                    </a:cubicBezTo>
                    <a:cubicBezTo>
                      <a:pt x="313" y="39"/>
                      <a:pt x="313" y="39"/>
                      <a:pt x="313" y="39"/>
                    </a:cubicBezTo>
                    <a:cubicBezTo>
                      <a:pt x="313" y="18"/>
                      <a:pt x="296" y="0"/>
                      <a:pt x="275" y="0"/>
                    </a:cubicBezTo>
                    <a:close/>
                    <a:moveTo>
                      <a:pt x="230" y="235"/>
                    </a:moveTo>
                    <a:cubicBezTo>
                      <a:pt x="230" y="240"/>
                      <a:pt x="226" y="244"/>
                      <a:pt x="222" y="244"/>
                    </a:cubicBezTo>
                    <a:cubicBezTo>
                      <a:pt x="186" y="244"/>
                      <a:pt x="186" y="244"/>
                      <a:pt x="186" y="244"/>
                    </a:cubicBezTo>
                    <a:cubicBezTo>
                      <a:pt x="181" y="244"/>
                      <a:pt x="177" y="240"/>
                      <a:pt x="177" y="235"/>
                    </a:cubicBezTo>
                    <a:cubicBezTo>
                      <a:pt x="177" y="181"/>
                      <a:pt x="177" y="181"/>
                      <a:pt x="177" y="181"/>
                    </a:cubicBezTo>
                    <a:cubicBezTo>
                      <a:pt x="136" y="181"/>
                      <a:pt x="136" y="181"/>
                      <a:pt x="136" y="181"/>
                    </a:cubicBezTo>
                    <a:cubicBezTo>
                      <a:pt x="136" y="235"/>
                      <a:pt x="136" y="235"/>
                      <a:pt x="136" y="235"/>
                    </a:cubicBezTo>
                    <a:cubicBezTo>
                      <a:pt x="136" y="240"/>
                      <a:pt x="133" y="244"/>
                      <a:pt x="128" y="244"/>
                    </a:cubicBezTo>
                    <a:cubicBezTo>
                      <a:pt x="92" y="244"/>
                      <a:pt x="92" y="244"/>
                      <a:pt x="92" y="244"/>
                    </a:cubicBezTo>
                    <a:cubicBezTo>
                      <a:pt x="87" y="244"/>
                      <a:pt x="84" y="240"/>
                      <a:pt x="84" y="235"/>
                    </a:cubicBezTo>
                    <a:cubicBezTo>
                      <a:pt x="84" y="80"/>
                      <a:pt x="84" y="80"/>
                      <a:pt x="84" y="80"/>
                    </a:cubicBezTo>
                    <a:cubicBezTo>
                      <a:pt x="84" y="75"/>
                      <a:pt x="87" y="72"/>
                      <a:pt x="92" y="72"/>
                    </a:cubicBezTo>
                    <a:cubicBezTo>
                      <a:pt x="128" y="72"/>
                      <a:pt x="128" y="72"/>
                      <a:pt x="128" y="72"/>
                    </a:cubicBezTo>
                    <a:cubicBezTo>
                      <a:pt x="133" y="72"/>
                      <a:pt x="136" y="75"/>
                      <a:pt x="136" y="80"/>
                    </a:cubicBezTo>
                    <a:cubicBezTo>
                      <a:pt x="136" y="137"/>
                      <a:pt x="136" y="137"/>
                      <a:pt x="136" y="137"/>
                    </a:cubicBezTo>
                    <a:cubicBezTo>
                      <a:pt x="177" y="137"/>
                      <a:pt x="177" y="137"/>
                      <a:pt x="177" y="137"/>
                    </a:cubicBezTo>
                    <a:cubicBezTo>
                      <a:pt x="177" y="80"/>
                      <a:pt x="177" y="80"/>
                      <a:pt x="177" y="80"/>
                    </a:cubicBezTo>
                    <a:cubicBezTo>
                      <a:pt x="177" y="75"/>
                      <a:pt x="181" y="72"/>
                      <a:pt x="186" y="72"/>
                    </a:cubicBezTo>
                    <a:cubicBezTo>
                      <a:pt x="222" y="72"/>
                      <a:pt x="222" y="72"/>
                      <a:pt x="222" y="72"/>
                    </a:cubicBezTo>
                    <a:cubicBezTo>
                      <a:pt x="226" y="72"/>
                      <a:pt x="230" y="75"/>
                      <a:pt x="230" y="80"/>
                    </a:cubicBezTo>
                    <a:lnTo>
                      <a:pt x="230" y="235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7" name="Google Shape;217;p31"/>
              <p:cNvSpPr/>
              <p:nvPr/>
            </p:nvSpPr>
            <p:spPr>
              <a:xfrm>
                <a:off x="6311901" y="5016500"/>
                <a:ext cx="192088" cy="193675"/>
              </a:xfrm>
              <a:custGeom>
                <a:rect b="b" l="l" r="r" t="t"/>
                <a:pathLst>
                  <a:path extrusionOk="0" h="81" w="80">
                    <a:moveTo>
                      <a:pt x="0" y="39"/>
                    </a:moveTo>
                    <a:cubicBezTo>
                      <a:pt x="0" y="81"/>
                      <a:pt x="0" y="81"/>
                      <a:pt x="0" y="81"/>
                    </a:cubicBezTo>
                    <a:cubicBezTo>
                      <a:pt x="80" y="0"/>
                      <a:pt x="80" y="0"/>
                      <a:pt x="80" y="0"/>
                    </a:cubicBezTo>
                    <a:cubicBezTo>
                      <a:pt x="39" y="0"/>
                      <a:pt x="39" y="0"/>
                      <a:pt x="39" y="0"/>
                    </a:cubicBezTo>
                    <a:cubicBezTo>
                      <a:pt x="18" y="0"/>
                      <a:pt x="0" y="18"/>
                      <a:pt x="0" y="39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8" name="Google Shape;218;p31"/>
              <p:cNvSpPr/>
              <p:nvPr/>
            </p:nvSpPr>
            <p:spPr>
              <a:xfrm>
                <a:off x="5954713" y="4633913"/>
                <a:ext cx="350838" cy="414338"/>
              </a:xfrm>
              <a:custGeom>
                <a:rect b="b" l="l" r="r" t="t"/>
                <a:pathLst>
                  <a:path extrusionOk="0" h="172" w="146">
                    <a:moveTo>
                      <a:pt x="138" y="0"/>
                    </a:moveTo>
                    <a:cubicBezTo>
                      <a:pt x="102" y="0"/>
                      <a:pt x="102" y="0"/>
                      <a:pt x="102" y="0"/>
                    </a:cubicBezTo>
                    <a:cubicBezTo>
                      <a:pt x="97" y="0"/>
                      <a:pt x="93" y="3"/>
                      <a:pt x="93" y="8"/>
                    </a:cubicBezTo>
                    <a:cubicBezTo>
                      <a:pt x="93" y="65"/>
                      <a:pt x="93" y="65"/>
                      <a:pt x="93" y="65"/>
                    </a:cubicBezTo>
                    <a:cubicBezTo>
                      <a:pt x="52" y="65"/>
                      <a:pt x="52" y="65"/>
                      <a:pt x="52" y="65"/>
                    </a:cubicBezTo>
                    <a:cubicBezTo>
                      <a:pt x="52" y="8"/>
                      <a:pt x="52" y="8"/>
                      <a:pt x="52" y="8"/>
                    </a:cubicBezTo>
                    <a:cubicBezTo>
                      <a:pt x="52" y="3"/>
                      <a:pt x="49" y="0"/>
                      <a:pt x="44" y="0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3" y="0"/>
                      <a:pt x="0" y="3"/>
                      <a:pt x="0" y="8"/>
                    </a:cubicBezTo>
                    <a:cubicBezTo>
                      <a:pt x="0" y="163"/>
                      <a:pt x="0" y="163"/>
                      <a:pt x="0" y="163"/>
                    </a:cubicBezTo>
                    <a:cubicBezTo>
                      <a:pt x="0" y="168"/>
                      <a:pt x="3" y="172"/>
                      <a:pt x="8" y="172"/>
                    </a:cubicBezTo>
                    <a:cubicBezTo>
                      <a:pt x="44" y="172"/>
                      <a:pt x="44" y="172"/>
                      <a:pt x="44" y="172"/>
                    </a:cubicBezTo>
                    <a:cubicBezTo>
                      <a:pt x="49" y="172"/>
                      <a:pt x="52" y="168"/>
                      <a:pt x="52" y="163"/>
                    </a:cubicBezTo>
                    <a:cubicBezTo>
                      <a:pt x="52" y="109"/>
                      <a:pt x="52" y="109"/>
                      <a:pt x="52" y="109"/>
                    </a:cubicBezTo>
                    <a:cubicBezTo>
                      <a:pt x="93" y="109"/>
                      <a:pt x="93" y="109"/>
                      <a:pt x="93" y="109"/>
                    </a:cubicBezTo>
                    <a:cubicBezTo>
                      <a:pt x="93" y="163"/>
                      <a:pt x="93" y="163"/>
                      <a:pt x="93" y="163"/>
                    </a:cubicBezTo>
                    <a:cubicBezTo>
                      <a:pt x="93" y="168"/>
                      <a:pt x="97" y="172"/>
                      <a:pt x="102" y="172"/>
                    </a:cubicBezTo>
                    <a:cubicBezTo>
                      <a:pt x="138" y="172"/>
                      <a:pt x="138" y="172"/>
                      <a:pt x="138" y="172"/>
                    </a:cubicBezTo>
                    <a:cubicBezTo>
                      <a:pt x="142" y="172"/>
                      <a:pt x="146" y="168"/>
                      <a:pt x="146" y="163"/>
                    </a:cubicBezTo>
                    <a:cubicBezTo>
                      <a:pt x="146" y="8"/>
                      <a:pt x="146" y="8"/>
                      <a:pt x="146" y="8"/>
                    </a:cubicBezTo>
                    <a:cubicBezTo>
                      <a:pt x="146" y="3"/>
                      <a:pt x="142" y="0"/>
                      <a:pt x="13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3"/>
          <p:cNvSpPr txBox="1"/>
          <p:nvPr>
            <p:ph type="ctrTitle"/>
          </p:nvPr>
        </p:nvSpPr>
        <p:spPr>
          <a:xfrm>
            <a:off x="3534650" y="1425075"/>
            <a:ext cx="5048400" cy="2145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000">
                <a:solidFill>
                  <a:srgbClr val="212529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224" name="Google Shape;224;p33"/>
          <p:cNvSpPr txBox="1"/>
          <p:nvPr>
            <p:ph idx="1" type="subTitle"/>
          </p:nvPr>
        </p:nvSpPr>
        <p:spPr>
          <a:xfrm>
            <a:off x="3534650" y="3610663"/>
            <a:ext cx="5048400" cy="4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25" name="Google Shape;225;p33"/>
          <p:cNvSpPr/>
          <p:nvPr/>
        </p:nvSpPr>
        <p:spPr>
          <a:xfrm>
            <a:off x="0" y="0"/>
            <a:ext cx="31284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4"/>
          <p:cNvSpPr txBox="1"/>
          <p:nvPr>
            <p:ph type="title"/>
          </p:nvPr>
        </p:nvSpPr>
        <p:spPr>
          <a:xfrm>
            <a:off x="3494600" y="2115425"/>
            <a:ext cx="4496700" cy="151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3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28" name="Google Shape;228;p34"/>
          <p:cNvSpPr txBox="1"/>
          <p:nvPr>
            <p:ph hasCustomPrompt="1" idx="2" type="title"/>
          </p:nvPr>
        </p:nvSpPr>
        <p:spPr>
          <a:xfrm>
            <a:off x="3494600" y="887475"/>
            <a:ext cx="1652100" cy="915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53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29" name="Google Shape;229;p34"/>
          <p:cNvSpPr txBox="1"/>
          <p:nvPr>
            <p:ph idx="1" type="subTitle"/>
          </p:nvPr>
        </p:nvSpPr>
        <p:spPr>
          <a:xfrm>
            <a:off x="3494600" y="3777575"/>
            <a:ext cx="4496700" cy="37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0" name="Google Shape;230;p34"/>
          <p:cNvSpPr/>
          <p:nvPr/>
        </p:nvSpPr>
        <p:spPr>
          <a:xfrm>
            <a:off x="0" y="0"/>
            <a:ext cx="31125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5"/>
          <p:cNvSpPr/>
          <p:nvPr/>
        </p:nvSpPr>
        <p:spPr>
          <a:xfrm>
            <a:off x="8848250" y="0"/>
            <a:ext cx="2958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33" name="Google Shape;233;p3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34" name="Google Shape;234;p35"/>
          <p:cNvSpPr txBox="1"/>
          <p:nvPr>
            <p:ph idx="1" type="body"/>
          </p:nvPr>
        </p:nvSpPr>
        <p:spPr>
          <a:xfrm>
            <a:off x="720000" y="1215751"/>
            <a:ext cx="7704000" cy="42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 sz="1200">
                <a:solidFill>
                  <a:srgbClr val="191919"/>
                </a:solidFill>
              </a:defRPr>
            </a:lvl1pPr>
            <a:lvl2pPr indent="-3175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indent="-3175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indent="-3175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indent="-3175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indent="-3175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indent="-3175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indent="-3175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indent="-3175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37" name="Google Shape;237;p36"/>
          <p:cNvSpPr txBox="1"/>
          <p:nvPr>
            <p:ph idx="1" type="subTitle"/>
          </p:nvPr>
        </p:nvSpPr>
        <p:spPr>
          <a:xfrm>
            <a:off x="5055284" y="3766899"/>
            <a:ext cx="250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38" name="Google Shape;238;p36"/>
          <p:cNvSpPr txBox="1"/>
          <p:nvPr>
            <p:ph idx="2" type="subTitle"/>
          </p:nvPr>
        </p:nvSpPr>
        <p:spPr>
          <a:xfrm>
            <a:off x="1583300" y="3766899"/>
            <a:ext cx="250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39" name="Google Shape;239;p36"/>
          <p:cNvSpPr txBox="1"/>
          <p:nvPr>
            <p:ph idx="3" type="subTitle"/>
          </p:nvPr>
        </p:nvSpPr>
        <p:spPr>
          <a:xfrm>
            <a:off x="5055275" y="3194200"/>
            <a:ext cx="25056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40" name="Google Shape;240;p36"/>
          <p:cNvSpPr txBox="1"/>
          <p:nvPr>
            <p:ph idx="4" type="subTitle"/>
          </p:nvPr>
        </p:nvSpPr>
        <p:spPr>
          <a:xfrm>
            <a:off x="1583075" y="3194200"/>
            <a:ext cx="25056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41" name="Google Shape;241;p36"/>
          <p:cNvSpPr/>
          <p:nvPr/>
        </p:nvSpPr>
        <p:spPr>
          <a:xfrm>
            <a:off x="8848250" y="0"/>
            <a:ext cx="2958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44" name="Google Shape;244;p37"/>
          <p:cNvSpPr/>
          <p:nvPr/>
        </p:nvSpPr>
        <p:spPr>
          <a:xfrm>
            <a:off x="8848250" y="0"/>
            <a:ext cx="2958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8"/>
          <p:cNvSpPr txBox="1"/>
          <p:nvPr>
            <p:ph type="title"/>
          </p:nvPr>
        </p:nvSpPr>
        <p:spPr>
          <a:xfrm>
            <a:off x="720000" y="445025"/>
            <a:ext cx="771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47" name="Google Shape;247;p38"/>
          <p:cNvSpPr txBox="1"/>
          <p:nvPr>
            <p:ph idx="1" type="subTitle"/>
          </p:nvPr>
        </p:nvSpPr>
        <p:spPr>
          <a:xfrm>
            <a:off x="720000" y="2075250"/>
            <a:ext cx="4794600" cy="21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Lato Light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  <p:sp>
        <p:nvSpPr>
          <p:cNvPr id="248" name="Google Shape;248;p38"/>
          <p:cNvSpPr/>
          <p:nvPr/>
        </p:nvSpPr>
        <p:spPr>
          <a:xfrm>
            <a:off x="8848250" y="0"/>
            <a:ext cx="2958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9"/>
          <p:cNvSpPr txBox="1"/>
          <p:nvPr>
            <p:ph type="title"/>
          </p:nvPr>
        </p:nvSpPr>
        <p:spPr>
          <a:xfrm>
            <a:off x="3509725" y="1307100"/>
            <a:ext cx="49212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51" name="Google Shape;251;p39"/>
          <p:cNvSpPr/>
          <p:nvPr/>
        </p:nvSpPr>
        <p:spPr>
          <a:xfrm>
            <a:off x="0" y="0"/>
            <a:ext cx="31125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40"/>
          <p:cNvSpPr txBox="1"/>
          <p:nvPr>
            <p:ph type="title"/>
          </p:nvPr>
        </p:nvSpPr>
        <p:spPr>
          <a:xfrm>
            <a:off x="1876870" y="1606200"/>
            <a:ext cx="3788400" cy="116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54" name="Google Shape;254;p40"/>
          <p:cNvSpPr txBox="1"/>
          <p:nvPr>
            <p:ph idx="1" type="subTitle"/>
          </p:nvPr>
        </p:nvSpPr>
        <p:spPr>
          <a:xfrm>
            <a:off x="1876799" y="2866200"/>
            <a:ext cx="3788400" cy="97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5" name="Google Shape;255;p40"/>
          <p:cNvSpPr/>
          <p:nvPr/>
        </p:nvSpPr>
        <p:spPr>
          <a:xfrm>
            <a:off x="6031500" y="0"/>
            <a:ext cx="31125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41"/>
          <p:cNvSpPr/>
          <p:nvPr>
            <p:ph idx="2" type="pic"/>
          </p:nvPr>
        </p:nvSpPr>
        <p:spPr>
          <a:xfrm flipH="1">
            <a:off x="-22" y="-13725"/>
            <a:ext cx="9144000" cy="5157300"/>
          </a:xfrm>
          <a:prstGeom prst="rect">
            <a:avLst/>
          </a:prstGeom>
          <a:noFill/>
          <a:ln>
            <a:noFill/>
          </a:ln>
        </p:spPr>
      </p:sp>
      <p:sp>
        <p:nvSpPr>
          <p:cNvPr id="258" name="Google Shape;258;p41"/>
          <p:cNvSpPr txBox="1"/>
          <p:nvPr>
            <p:ph type="title"/>
          </p:nvPr>
        </p:nvSpPr>
        <p:spPr>
          <a:xfrm>
            <a:off x="3151400" y="544650"/>
            <a:ext cx="4638900" cy="8913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42"/>
          <p:cNvSpPr txBox="1"/>
          <p:nvPr>
            <p:ph hasCustomPrompt="1" type="title"/>
          </p:nvPr>
        </p:nvSpPr>
        <p:spPr>
          <a:xfrm>
            <a:off x="3112500" y="1727813"/>
            <a:ext cx="5317800" cy="119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261" name="Google Shape;261;p42"/>
          <p:cNvSpPr txBox="1"/>
          <p:nvPr>
            <p:ph idx="1" type="subTitle"/>
          </p:nvPr>
        </p:nvSpPr>
        <p:spPr>
          <a:xfrm>
            <a:off x="3112500" y="2918588"/>
            <a:ext cx="5317800" cy="4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262" name="Google Shape;262;p42"/>
          <p:cNvSpPr/>
          <p:nvPr/>
        </p:nvSpPr>
        <p:spPr>
          <a:xfrm>
            <a:off x="0" y="0"/>
            <a:ext cx="31125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4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66" name="Google Shape;266;p44"/>
          <p:cNvSpPr txBox="1"/>
          <p:nvPr>
            <p:ph idx="1" type="subTitle"/>
          </p:nvPr>
        </p:nvSpPr>
        <p:spPr>
          <a:xfrm>
            <a:off x="720000" y="2276943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7" name="Google Shape;267;p44"/>
          <p:cNvSpPr txBox="1"/>
          <p:nvPr>
            <p:ph idx="2" type="subTitle"/>
          </p:nvPr>
        </p:nvSpPr>
        <p:spPr>
          <a:xfrm>
            <a:off x="3419271" y="2276943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8" name="Google Shape;268;p44"/>
          <p:cNvSpPr txBox="1"/>
          <p:nvPr>
            <p:ph idx="3" type="subTitle"/>
          </p:nvPr>
        </p:nvSpPr>
        <p:spPr>
          <a:xfrm>
            <a:off x="720000" y="4031300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9" name="Google Shape;269;p44"/>
          <p:cNvSpPr txBox="1"/>
          <p:nvPr>
            <p:ph idx="4" type="subTitle"/>
          </p:nvPr>
        </p:nvSpPr>
        <p:spPr>
          <a:xfrm>
            <a:off x="3419271" y="4031300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0" name="Google Shape;270;p44"/>
          <p:cNvSpPr txBox="1"/>
          <p:nvPr>
            <p:ph idx="5" type="subTitle"/>
          </p:nvPr>
        </p:nvSpPr>
        <p:spPr>
          <a:xfrm>
            <a:off x="6118549" y="2276943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1" name="Google Shape;271;p44"/>
          <p:cNvSpPr txBox="1"/>
          <p:nvPr>
            <p:ph idx="6" type="subTitle"/>
          </p:nvPr>
        </p:nvSpPr>
        <p:spPr>
          <a:xfrm>
            <a:off x="6118549" y="4031300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2" name="Google Shape;272;p44"/>
          <p:cNvSpPr txBox="1"/>
          <p:nvPr>
            <p:ph hasCustomPrompt="1" idx="7" type="title"/>
          </p:nvPr>
        </p:nvSpPr>
        <p:spPr>
          <a:xfrm>
            <a:off x="720000" y="1251395"/>
            <a:ext cx="7347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73" name="Google Shape;273;p44"/>
          <p:cNvSpPr txBox="1"/>
          <p:nvPr>
            <p:ph hasCustomPrompt="1" idx="8" type="title"/>
          </p:nvPr>
        </p:nvSpPr>
        <p:spPr>
          <a:xfrm>
            <a:off x="720000" y="3005166"/>
            <a:ext cx="7347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74" name="Google Shape;274;p44"/>
          <p:cNvSpPr txBox="1"/>
          <p:nvPr>
            <p:ph hasCustomPrompt="1" idx="9" type="title"/>
          </p:nvPr>
        </p:nvSpPr>
        <p:spPr>
          <a:xfrm>
            <a:off x="3419271" y="1251395"/>
            <a:ext cx="7347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75" name="Google Shape;275;p44"/>
          <p:cNvSpPr txBox="1"/>
          <p:nvPr>
            <p:ph hasCustomPrompt="1" idx="13" type="title"/>
          </p:nvPr>
        </p:nvSpPr>
        <p:spPr>
          <a:xfrm>
            <a:off x="3419271" y="3005166"/>
            <a:ext cx="7347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76" name="Google Shape;276;p44"/>
          <p:cNvSpPr txBox="1"/>
          <p:nvPr>
            <p:ph hasCustomPrompt="1" idx="14" type="title"/>
          </p:nvPr>
        </p:nvSpPr>
        <p:spPr>
          <a:xfrm>
            <a:off x="6118549" y="1251395"/>
            <a:ext cx="7347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77" name="Google Shape;277;p44"/>
          <p:cNvSpPr txBox="1"/>
          <p:nvPr>
            <p:ph hasCustomPrompt="1" idx="15" type="title"/>
          </p:nvPr>
        </p:nvSpPr>
        <p:spPr>
          <a:xfrm>
            <a:off x="6118549" y="3005166"/>
            <a:ext cx="7347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78" name="Google Shape;278;p44"/>
          <p:cNvSpPr txBox="1"/>
          <p:nvPr>
            <p:ph idx="16" type="subTitle"/>
          </p:nvPr>
        </p:nvSpPr>
        <p:spPr>
          <a:xfrm>
            <a:off x="720000" y="1792142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79" name="Google Shape;279;p44"/>
          <p:cNvSpPr txBox="1"/>
          <p:nvPr>
            <p:ph idx="17" type="subTitle"/>
          </p:nvPr>
        </p:nvSpPr>
        <p:spPr>
          <a:xfrm>
            <a:off x="3419271" y="1792142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80" name="Google Shape;280;p44"/>
          <p:cNvSpPr txBox="1"/>
          <p:nvPr>
            <p:ph idx="18" type="subTitle"/>
          </p:nvPr>
        </p:nvSpPr>
        <p:spPr>
          <a:xfrm>
            <a:off x="6118549" y="1792142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81" name="Google Shape;281;p44"/>
          <p:cNvSpPr txBox="1"/>
          <p:nvPr>
            <p:ph idx="19" type="subTitle"/>
          </p:nvPr>
        </p:nvSpPr>
        <p:spPr>
          <a:xfrm>
            <a:off x="720000" y="3545980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82" name="Google Shape;282;p44"/>
          <p:cNvSpPr txBox="1"/>
          <p:nvPr>
            <p:ph idx="20" type="subTitle"/>
          </p:nvPr>
        </p:nvSpPr>
        <p:spPr>
          <a:xfrm>
            <a:off x="3419271" y="3545980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83" name="Google Shape;283;p44"/>
          <p:cNvSpPr txBox="1"/>
          <p:nvPr>
            <p:ph idx="21" type="subTitle"/>
          </p:nvPr>
        </p:nvSpPr>
        <p:spPr>
          <a:xfrm>
            <a:off x="6118549" y="3545980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84" name="Google Shape;284;p44"/>
          <p:cNvSpPr/>
          <p:nvPr/>
        </p:nvSpPr>
        <p:spPr>
          <a:xfrm>
            <a:off x="8848250" y="0"/>
            <a:ext cx="2958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45"/>
          <p:cNvSpPr txBox="1"/>
          <p:nvPr>
            <p:ph type="title"/>
          </p:nvPr>
        </p:nvSpPr>
        <p:spPr>
          <a:xfrm>
            <a:off x="3530474" y="3240975"/>
            <a:ext cx="4900200" cy="66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87" name="Google Shape;287;p45"/>
          <p:cNvSpPr txBox="1"/>
          <p:nvPr>
            <p:ph idx="1" type="subTitle"/>
          </p:nvPr>
        </p:nvSpPr>
        <p:spPr>
          <a:xfrm>
            <a:off x="3530475" y="1267125"/>
            <a:ext cx="4900200" cy="186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88" name="Google Shape;288;p45"/>
          <p:cNvSpPr/>
          <p:nvPr/>
        </p:nvSpPr>
        <p:spPr>
          <a:xfrm>
            <a:off x="0" y="0"/>
            <a:ext cx="31125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"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6"/>
          <p:cNvSpPr txBox="1"/>
          <p:nvPr>
            <p:ph type="title"/>
          </p:nvPr>
        </p:nvSpPr>
        <p:spPr>
          <a:xfrm>
            <a:off x="1331875" y="1312854"/>
            <a:ext cx="3519600" cy="159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91" name="Google Shape;291;p46"/>
          <p:cNvSpPr txBox="1"/>
          <p:nvPr>
            <p:ph idx="1" type="subTitle"/>
          </p:nvPr>
        </p:nvSpPr>
        <p:spPr>
          <a:xfrm>
            <a:off x="1331875" y="2903353"/>
            <a:ext cx="3519600" cy="112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2" name="Google Shape;292;p46"/>
          <p:cNvSpPr/>
          <p:nvPr>
            <p:ph idx="2" type="pic"/>
          </p:nvPr>
        </p:nvSpPr>
        <p:spPr>
          <a:xfrm>
            <a:off x="5273100" y="533875"/>
            <a:ext cx="3112500" cy="4075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93" name="Google Shape;293;p46"/>
          <p:cNvSpPr/>
          <p:nvPr/>
        </p:nvSpPr>
        <p:spPr>
          <a:xfrm>
            <a:off x="6031500" y="0"/>
            <a:ext cx="31125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"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47"/>
          <p:cNvSpPr txBox="1"/>
          <p:nvPr>
            <p:ph type="title"/>
          </p:nvPr>
        </p:nvSpPr>
        <p:spPr>
          <a:xfrm>
            <a:off x="945775" y="1403113"/>
            <a:ext cx="3112500" cy="1235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96" name="Google Shape;296;p47"/>
          <p:cNvSpPr txBox="1"/>
          <p:nvPr>
            <p:ph idx="1" type="subTitle"/>
          </p:nvPr>
        </p:nvSpPr>
        <p:spPr>
          <a:xfrm>
            <a:off x="945775" y="2638488"/>
            <a:ext cx="3112500" cy="110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7" name="Google Shape;297;p47"/>
          <p:cNvSpPr/>
          <p:nvPr/>
        </p:nvSpPr>
        <p:spPr>
          <a:xfrm>
            <a:off x="6031500" y="0"/>
            <a:ext cx="31125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4_1"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48"/>
          <p:cNvSpPr txBox="1"/>
          <p:nvPr>
            <p:ph type="title"/>
          </p:nvPr>
        </p:nvSpPr>
        <p:spPr>
          <a:xfrm>
            <a:off x="4263575" y="1382250"/>
            <a:ext cx="3112500" cy="1060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00" name="Google Shape;300;p48"/>
          <p:cNvSpPr txBox="1"/>
          <p:nvPr>
            <p:ph idx="1" type="subTitle"/>
          </p:nvPr>
        </p:nvSpPr>
        <p:spPr>
          <a:xfrm>
            <a:off x="4263750" y="2443050"/>
            <a:ext cx="3112500" cy="119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1" name="Google Shape;301;p48"/>
          <p:cNvSpPr/>
          <p:nvPr/>
        </p:nvSpPr>
        <p:spPr>
          <a:xfrm>
            <a:off x="0" y="0"/>
            <a:ext cx="31125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4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04" name="Google Shape;304;p49"/>
          <p:cNvSpPr txBox="1"/>
          <p:nvPr>
            <p:ph idx="1" type="subTitle"/>
          </p:nvPr>
        </p:nvSpPr>
        <p:spPr>
          <a:xfrm>
            <a:off x="5111280" y="2904625"/>
            <a:ext cx="2922600" cy="11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5" name="Google Shape;305;p49"/>
          <p:cNvSpPr txBox="1"/>
          <p:nvPr>
            <p:ph idx="2" type="subTitle"/>
          </p:nvPr>
        </p:nvSpPr>
        <p:spPr>
          <a:xfrm>
            <a:off x="1110104" y="2904625"/>
            <a:ext cx="2922600" cy="11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6" name="Google Shape;306;p49"/>
          <p:cNvSpPr txBox="1"/>
          <p:nvPr>
            <p:ph idx="3" type="subTitle"/>
          </p:nvPr>
        </p:nvSpPr>
        <p:spPr>
          <a:xfrm>
            <a:off x="1110116" y="2345725"/>
            <a:ext cx="29226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07" name="Google Shape;307;p49"/>
          <p:cNvSpPr txBox="1"/>
          <p:nvPr>
            <p:ph idx="4" type="subTitle"/>
          </p:nvPr>
        </p:nvSpPr>
        <p:spPr>
          <a:xfrm>
            <a:off x="5111296" y="2345725"/>
            <a:ext cx="29226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08" name="Google Shape;308;p49"/>
          <p:cNvSpPr/>
          <p:nvPr/>
        </p:nvSpPr>
        <p:spPr>
          <a:xfrm>
            <a:off x="8848250" y="0"/>
            <a:ext cx="2958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TITLE_AND_TWO_COLUMNS_1_1"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11" name="Google Shape;311;p50"/>
          <p:cNvSpPr txBox="1"/>
          <p:nvPr>
            <p:ph idx="1" type="subTitle"/>
          </p:nvPr>
        </p:nvSpPr>
        <p:spPr>
          <a:xfrm>
            <a:off x="4832075" y="2089425"/>
            <a:ext cx="3507300" cy="18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2" name="Google Shape;312;p50"/>
          <p:cNvSpPr txBox="1"/>
          <p:nvPr>
            <p:ph idx="2" type="subTitle"/>
          </p:nvPr>
        </p:nvSpPr>
        <p:spPr>
          <a:xfrm>
            <a:off x="1057900" y="2089425"/>
            <a:ext cx="3507300" cy="18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3" name="Google Shape;313;p50"/>
          <p:cNvSpPr/>
          <p:nvPr/>
        </p:nvSpPr>
        <p:spPr>
          <a:xfrm>
            <a:off x="8848250" y="0"/>
            <a:ext cx="2958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5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16" name="Google Shape;316;p51"/>
          <p:cNvSpPr txBox="1"/>
          <p:nvPr>
            <p:ph idx="1" type="subTitle"/>
          </p:nvPr>
        </p:nvSpPr>
        <p:spPr>
          <a:xfrm>
            <a:off x="720250" y="2902727"/>
            <a:ext cx="2392800" cy="101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7" name="Google Shape;317;p51"/>
          <p:cNvSpPr txBox="1"/>
          <p:nvPr>
            <p:ph idx="2" type="subTitle"/>
          </p:nvPr>
        </p:nvSpPr>
        <p:spPr>
          <a:xfrm>
            <a:off x="3375662" y="2902727"/>
            <a:ext cx="2392800" cy="101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8" name="Google Shape;318;p51"/>
          <p:cNvSpPr txBox="1"/>
          <p:nvPr>
            <p:ph idx="3" type="subTitle"/>
          </p:nvPr>
        </p:nvSpPr>
        <p:spPr>
          <a:xfrm>
            <a:off x="6031075" y="2902727"/>
            <a:ext cx="2392800" cy="101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9" name="Google Shape;319;p51"/>
          <p:cNvSpPr txBox="1"/>
          <p:nvPr>
            <p:ph idx="4" type="subTitle"/>
          </p:nvPr>
        </p:nvSpPr>
        <p:spPr>
          <a:xfrm>
            <a:off x="720250" y="2247200"/>
            <a:ext cx="2392800" cy="66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20" name="Google Shape;320;p51"/>
          <p:cNvSpPr txBox="1"/>
          <p:nvPr>
            <p:ph idx="5" type="subTitle"/>
          </p:nvPr>
        </p:nvSpPr>
        <p:spPr>
          <a:xfrm>
            <a:off x="3375666" y="2247200"/>
            <a:ext cx="2392800" cy="66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21" name="Google Shape;321;p51"/>
          <p:cNvSpPr txBox="1"/>
          <p:nvPr>
            <p:ph idx="6" type="subTitle"/>
          </p:nvPr>
        </p:nvSpPr>
        <p:spPr>
          <a:xfrm>
            <a:off x="6031075" y="2247200"/>
            <a:ext cx="2392800" cy="66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22" name="Google Shape;322;p51"/>
          <p:cNvSpPr/>
          <p:nvPr/>
        </p:nvSpPr>
        <p:spPr>
          <a:xfrm>
            <a:off x="8848250" y="0"/>
            <a:ext cx="2958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5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25" name="Google Shape;325;p52"/>
          <p:cNvSpPr txBox="1"/>
          <p:nvPr>
            <p:ph idx="1" type="subTitle"/>
          </p:nvPr>
        </p:nvSpPr>
        <p:spPr>
          <a:xfrm>
            <a:off x="1597586" y="2214940"/>
            <a:ext cx="21348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6" name="Google Shape;326;p52"/>
          <p:cNvSpPr txBox="1"/>
          <p:nvPr>
            <p:ph idx="2" type="subTitle"/>
          </p:nvPr>
        </p:nvSpPr>
        <p:spPr>
          <a:xfrm>
            <a:off x="5411614" y="2214940"/>
            <a:ext cx="21348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7" name="Google Shape;327;p52"/>
          <p:cNvSpPr txBox="1"/>
          <p:nvPr>
            <p:ph idx="3" type="subTitle"/>
          </p:nvPr>
        </p:nvSpPr>
        <p:spPr>
          <a:xfrm>
            <a:off x="1597586" y="3862299"/>
            <a:ext cx="21348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8" name="Google Shape;328;p52"/>
          <p:cNvSpPr txBox="1"/>
          <p:nvPr>
            <p:ph idx="4" type="subTitle"/>
          </p:nvPr>
        </p:nvSpPr>
        <p:spPr>
          <a:xfrm>
            <a:off x="5411614" y="3862300"/>
            <a:ext cx="21348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9" name="Google Shape;329;p52"/>
          <p:cNvSpPr txBox="1"/>
          <p:nvPr>
            <p:ph idx="5" type="subTitle"/>
          </p:nvPr>
        </p:nvSpPr>
        <p:spPr>
          <a:xfrm>
            <a:off x="1597586" y="1718300"/>
            <a:ext cx="21348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30" name="Google Shape;330;p52"/>
          <p:cNvSpPr txBox="1"/>
          <p:nvPr>
            <p:ph idx="6" type="subTitle"/>
          </p:nvPr>
        </p:nvSpPr>
        <p:spPr>
          <a:xfrm>
            <a:off x="1597586" y="3365759"/>
            <a:ext cx="21348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31" name="Google Shape;331;p52"/>
          <p:cNvSpPr txBox="1"/>
          <p:nvPr>
            <p:ph idx="7" type="subTitle"/>
          </p:nvPr>
        </p:nvSpPr>
        <p:spPr>
          <a:xfrm>
            <a:off x="5411610" y="1718300"/>
            <a:ext cx="21348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32" name="Google Shape;332;p52"/>
          <p:cNvSpPr txBox="1"/>
          <p:nvPr>
            <p:ph idx="8" type="subTitle"/>
          </p:nvPr>
        </p:nvSpPr>
        <p:spPr>
          <a:xfrm>
            <a:off x="5411610" y="3365759"/>
            <a:ext cx="21348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33" name="Google Shape;333;p52"/>
          <p:cNvSpPr/>
          <p:nvPr/>
        </p:nvSpPr>
        <p:spPr>
          <a:xfrm>
            <a:off x="8848250" y="0"/>
            <a:ext cx="2958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5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36" name="Google Shape;336;p53"/>
          <p:cNvSpPr txBox="1"/>
          <p:nvPr>
            <p:ph idx="1" type="subTitle"/>
          </p:nvPr>
        </p:nvSpPr>
        <p:spPr>
          <a:xfrm>
            <a:off x="796175" y="2218427"/>
            <a:ext cx="22974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7" name="Google Shape;337;p53"/>
          <p:cNvSpPr txBox="1"/>
          <p:nvPr>
            <p:ph idx="2" type="subTitle"/>
          </p:nvPr>
        </p:nvSpPr>
        <p:spPr>
          <a:xfrm>
            <a:off x="3577950" y="2218427"/>
            <a:ext cx="230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8" name="Google Shape;338;p53"/>
          <p:cNvSpPr txBox="1"/>
          <p:nvPr>
            <p:ph idx="3" type="subTitle"/>
          </p:nvPr>
        </p:nvSpPr>
        <p:spPr>
          <a:xfrm>
            <a:off x="796175" y="4014198"/>
            <a:ext cx="22974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9" name="Google Shape;339;p53"/>
          <p:cNvSpPr txBox="1"/>
          <p:nvPr>
            <p:ph idx="4" type="subTitle"/>
          </p:nvPr>
        </p:nvSpPr>
        <p:spPr>
          <a:xfrm>
            <a:off x="3577950" y="4014198"/>
            <a:ext cx="230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0" name="Google Shape;340;p53"/>
          <p:cNvSpPr txBox="1"/>
          <p:nvPr>
            <p:ph idx="5" type="subTitle"/>
          </p:nvPr>
        </p:nvSpPr>
        <p:spPr>
          <a:xfrm>
            <a:off x="6048325" y="2218427"/>
            <a:ext cx="22995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1" name="Google Shape;341;p53"/>
          <p:cNvSpPr txBox="1"/>
          <p:nvPr>
            <p:ph idx="6" type="subTitle"/>
          </p:nvPr>
        </p:nvSpPr>
        <p:spPr>
          <a:xfrm>
            <a:off x="6048325" y="4014198"/>
            <a:ext cx="22995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2" name="Google Shape;342;p53"/>
          <p:cNvSpPr txBox="1"/>
          <p:nvPr>
            <p:ph idx="7" type="subTitle"/>
          </p:nvPr>
        </p:nvSpPr>
        <p:spPr>
          <a:xfrm>
            <a:off x="797216" y="1725825"/>
            <a:ext cx="22953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43" name="Google Shape;343;p53"/>
          <p:cNvSpPr txBox="1"/>
          <p:nvPr>
            <p:ph idx="8" type="subTitle"/>
          </p:nvPr>
        </p:nvSpPr>
        <p:spPr>
          <a:xfrm>
            <a:off x="3578993" y="1725825"/>
            <a:ext cx="22995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44" name="Google Shape;344;p53"/>
          <p:cNvSpPr txBox="1"/>
          <p:nvPr>
            <p:ph idx="9" type="subTitle"/>
          </p:nvPr>
        </p:nvSpPr>
        <p:spPr>
          <a:xfrm>
            <a:off x="6049367" y="1725825"/>
            <a:ext cx="22974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45" name="Google Shape;345;p53"/>
          <p:cNvSpPr txBox="1"/>
          <p:nvPr>
            <p:ph idx="13" type="subTitle"/>
          </p:nvPr>
        </p:nvSpPr>
        <p:spPr>
          <a:xfrm>
            <a:off x="797216" y="3521572"/>
            <a:ext cx="22953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46" name="Google Shape;346;p53"/>
          <p:cNvSpPr txBox="1"/>
          <p:nvPr>
            <p:ph idx="14" type="subTitle"/>
          </p:nvPr>
        </p:nvSpPr>
        <p:spPr>
          <a:xfrm>
            <a:off x="3578993" y="3521572"/>
            <a:ext cx="22995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47" name="Google Shape;347;p53"/>
          <p:cNvSpPr txBox="1"/>
          <p:nvPr>
            <p:ph idx="15" type="subTitle"/>
          </p:nvPr>
        </p:nvSpPr>
        <p:spPr>
          <a:xfrm>
            <a:off x="6049367" y="3521572"/>
            <a:ext cx="22974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48" name="Google Shape;348;p53"/>
          <p:cNvSpPr/>
          <p:nvPr/>
        </p:nvSpPr>
        <p:spPr>
          <a:xfrm>
            <a:off x="8848250" y="0"/>
            <a:ext cx="2958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54"/>
          <p:cNvSpPr txBox="1"/>
          <p:nvPr>
            <p:ph hasCustomPrompt="1" type="title"/>
          </p:nvPr>
        </p:nvSpPr>
        <p:spPr>
          <a:xfrm>
            <a:off x="933100" y="611474"/>
            <a:ext cx="46968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51" name="Google Shape;351;p54"/>
          <p:cNvSpPr txBox="1"/>
          <p:nvPr>
            <p:ph idx="1" type="subTitle"/>
          </p:nvPr>
        </p:nvSpPr>
        <p:spPr>
          <a:xfrm>
            <a:off x="933100" y="1300395"/>
            <a:ext cx="4696800" cy="59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2" name="Google Shape;352;p54"/>
          <p:cNvSpPr txBox="1"/>
          <p:nvPr>
            <p:ph hasCustomPrompt="1" idx="2" type="title"/>
          </p:nvPr>
        </p:nvSpPr>
        <p:spPr>
          <a:xfrm>
            <a:off x="933100" y="1963730"/>
            <a:ext cx="46968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53" name="Google Shape;353;p54"/>
          <p:cNvSpPr txBox="1"/>
          <p:nvPr>
            <p:ph idx="3" type="subTitle"/>
          </p:nvPr>
        </p:nvSpPr>
        <p:spPr>
          <a:xfrm>
            <a:off x="933100" y="2652651"/>
            <a:ext cx="4696800" cy="59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4" name="Google Shape;354;p54"/>
          <p:cNvSpPr txBox="1"/>
          <p:nvPr>
            <p:ph hasCustomPrompt="1" idx="4" type="title"/>
          </p:nvPr>
        </p:nvSpPr>
        <p:spPr>
          <a:xfrm>
            <a:off x="933100" y="3315986"/>
            <a:ext cx="46968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55" name="Google Shape;355;p54"/>
          <p:cNvSpPr txBox="1"/>
          <p:nvPr>
            <p:ph idx="5" type="subTitle"/>
          </p:nvPr>
        </p:nvSpPr>
        <p:spPr>
          <a:xfrm>
            <a:off x="933100" y="4004906"/>
            <a:ext cx="4696800" cy="59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6" name="Google Shape;356;p54"/>
          <p:cNvSpPr/>
          <p:nvPr/>
        </p:nvSpPr>
        <p:spPr>
          <a:xfrm>
            <a:off x="6031500" y="0"/>
            <a:ext cx="31125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0"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5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59" name="Google Shape;359;p55"/>
          <p:cNvSpPr/>
          <p:nvPr/>
        </p:nvSpPr>
        <p:spPr>
          <a:xfrm>
            <a:off x="8848250" y="0"/>
            <a:ext cx="2958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0_1"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5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62" name="Google Shape;362;p56"/>
          <p:cNvSpPr/>
          <p:nvPr/>
        </p:nvSpPr>
        <p:spPr>
          <a:xfrm>
            <a:off x="8848250" y="0"/>
            <a:ext cx="2958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10_1_1"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5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65" name="Google Shape;365;p57"/>
          <p:cNvSpPr/>
          <p:nvPr/>
        </p:nvSpPr>
        <p:spPr>
          <a:xfrm>
            <a:off x="8848250" y="0"/>
            <a:ext cx="2958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CUSTOM_11"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58"/>
          <p:cNvSpPr txBox="1"/>
          <p:nvPr>
            <p:ph type="title"/>
          </p:nvPr>
        </p:nvSpPr>
        <p:spPr>
          <a:xfrm>
            <a:off x="1683700" y="2115425"/>
            <a:ext cx="3955200" cy="151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43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68" name="Google Shape;368;p58"/>
          <p:cNvSpPr txBox="1"/>
          <p:nvPr>
            <p:ph hasCustomPrompt="1" idx="2" type="title"/>
          </p:nvPr>
        </p:nvSpPr>
        <p:spPr>
          <a:xfrm>
            <a:off x="3986775" y="887475"/>
            <a:ext cx="1652100" cy="915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53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69" name="Google Shape;369;p58"/>
          <p:cNvSpPr txBox="1"/>
          <p:nvPr>
            <p:ph idx="1" type="subTitle"/>
          </p:nvPr>
        </p:nvSpPr>
        <p:spPr>
          <a:xfrm>
            <a:off x="1142175" y="3777575"/>
            <a:ext cx="4496700" cy="37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0" name="Google Shape;370;p58"/>
          <p:cNvSpPr/>
          <p:nvPr/>
        </p:nvSpPr>
        <p:spPr>
          <a:xfrm>
            <a:off x="6031500" y="0"/>
            <a:ext cx="31125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">
  <p:cSld name="CUSTOM_11_1"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59"/>
          <p:cNvSpPr txBox="1"/>
          <p:nvPr>
            <p:ph type="title"/>
          </p:nvPr>
        </p:nvSpPr>
        <p:spPr>
          <a:xfrm>
            <a:off x="3494600" y="2115425"/>
            <a:ext cx="4496700" cy="151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3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73" name="Google Shape;373;p59"/>
          <p:cNvSpPr txBox="1"/>
          <p:nvPr>
            <p:ph hasCustomPrompt="1" idx="2" type="title"/>
          </p:nvPr>
        </p:nvSpPr>
        <p:spPr>
          <a:xfrm>
            <a:off x="3494600" y="887475"/>
            <a:ext cx="1652100" cy="915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53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74" name="Google Shape;374;p59"/>
          <p:cNvSpPr txBox="1"/>
          <p:nvPr>
            <p:ph idx="1" type="subTitle"/>
          </p:nvPr>
        </p:nvSpPr>
        <p:spPr>
          <a:xfrm>
            <a:off x="3494600" y="3777575"/>
            <a:ext cx="4496700" cy="37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5" name="Google Shape;375;p59"/>
          <p:cNvSpPr/>
          <p:nvPr/>
        </p:nvSpPr>
        <p:spPr>
          <a:xfrm>
            <a:off x="0" y="0"/>
            <a:ext cx="31125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60"/>
          <p:cNvSpPr txBox="1"/>
          <p:nvPr>
            <p:ph type="title"/>
          </p:nvPr>
        </p:nvSpPr>
        <p:spPr>
          <a:xfrm>
            <a:off x="1145838" y="539500"/>
            <a:ext cx="4448100" cy="105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78" name="Google Shape;378;p60"/>
          <p:cNvSpPr txBox="1"/>
          <p:nvPr>
            <p:ph idx="1" type="subTitle"/>
          </p:nvPr>
        </p:nvSpPr>
        <p:spPr>
          <a:xfrm>
            <a:off x="1145800" y="1704024"/>
            <a:ext cx="4448100" cy="11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9" name="Google Shape;379;p60"/>
          <p:cNvSpPr txBox="1"/>
          <p:nvPr/>
        </p:nvSpPr>
        <p:spPr>
          <a:xfrm>
            <a:off x="1840500" y="3638750"/>
            <a:ext cx="3753300" cy="7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CREDITS: This presentation template was created by </a:t>
            </a:r>
            <a:r>
              <a:rPr b="1" lang="en" sz="1200" u="sng">
                <a:solidFill>
                  <a:schemeClr val="hlink"/>
                </a:solidFill>
                <a:latin typeface="Lexend"/>
                <a:ea typeface="Lexend"/>
                <a:cs typeface="Lexend"/>
                <a:sym typeface="Lexend"/>
                <a:hlinkClick r:id="rId2"/>
              </a:rPr>
              <a:t>Slidesgo</a:t>
            </a: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and includes icons by </a:t>
            </a:r>
            <a:r>
              <a:rPr b="1" lang="en" sz="12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and infographics &amp; images by </a:t>
            </a:r>
            <a:r>
              <a:rPr b="1" lang="en" sz="12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2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 u="sng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0" name="Google Shape;380;p60"/>
          <p:cNvSpPr/>
          <p:nvPr/>
        </p:nvSpPr>
        <p:spPr>
          <a:xfrm>
            <a:off x="6031500" y="0"/>
            <a:ext cx="31125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61"/>
          <p:cNvSpPr/>
          <p:nvPr/>
        </p:nvSpPr>
        <p:spPr>
          <a:xfrm>
            <a:off x="8848250" y="0"/>
            <a:ext cx="2958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62"/>
          <p:cNvSpPr/>
          <p:nvPr/>
        </p:nvSpPr>
        <p:spPr>
          <a:xfrm>
            <a:off x="6031500" y="0"/>
            <a:ext cx="31125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385" name="Google Shape;385;p62"/>
          <p:cNvGrpSpPr/>
          <p:nvPr/>
        </p:nvGrpSpPr>
        <p:grpSpPr>
          <a:xfrm>
            <a:off x="7539996" y="491083"/>
            <a:ext cx="593845" cy="593845"/>
            <a:chOff x="8175996" y="3183733"/>
            <a:chExt cx="593845" cy="593845"/>
          </a:xfrm>
        </p:grpSpPr>
        <p:sp>
          <p:nvSpPr>
            <p:cNvPr id="386" name="Google Shape;386;p62"/>
            <p:cNvSpPr/>
            <p:nvPr/>
          </p:nvSpPr>
          <p:spPr>
            <a:xfrm>
              <a:off x="8175996" y="3183733"/>
              <a:ext cx="593845" cy="593845"/>
            </a:xfrm>
            <a:custGeom>
              <a:rect b="b" l="l" r="r" t="t"/>
              <a:pathLst>
                <a:path extrusionOk="0" h="515" w="515">
                  <a:moveTo>
                    <a:pt x="515" y="467"/>
                  </a:moveTo>
                  <a:cubicBezTo>
                    <a:pt x="515" y="494"/>
                    <a:pt x="493" y="515"/>
                    <a:pt x="467" y="515"/>
                  </a:cubicBezTo>
                  <a:cubicBezTo>
                    <a:pt x="48" y="515"/>
                    <a:pt x="48" y="515"/>
                    <a:pt x="48" y="515"/>
                  </a:cubicBezTo>
                  <a:cubicBezTo>
                    <a:pt x="22" y="515"/>
                    <a:pt x="0" y="494"/>
                    <a:pt x="0" y="467"/>
                  </a:cubicBezTo>
                  <a:cubicBezTo>
                    <a:pt x="0" y="48"/>
                    <a:pt x="0" y="48"/>
                    <a:pt x="0" y="48"/>
                  </a:cubicBezTo>
                  <a:cubicBezTo>
                    <a:pt x="0" y="22"/>
                    <a:pt x="22" y="0"/>
                    <a:pt x="48" y="0"/>
                  </a:cubicBezTo>
                  <a:cubicBezTo>
                    <a:pt x="467" y="0"/>
                    <a:pt x="467" y="0"/>
                    <a:pt x="467" y="0"/>
                  </a:cubicBezTo>
                  <a:cubicBezTo>
                    <a:pt x="493" y="0"/>
                    <a:pt x="515" y="22"/>
                    <a:pt x="515" y="48"/>
                  </a:cubicBezTo>
                  <a:lnTo>
                    <a:pt x="515" y="4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87" name="Google Shape;387;p62"/>
            <p:cNvGrpSpPr/>
            <p:nvPr/>
          </p:nvGrpSpPr>
          <p:grpSpPr>
            <a:xfrm>
              <a:off x="8278130" y="3276121"/>
              <a:ext cx="389591" cy="409071"/>
              <a:chOff x="4848226" y="6119813"/>
              <a:chExt cx="285750" cy="300038"/>
            </a:xfrm>
          </p:grpSpPr>
          <p:sp>
            <p:nvSpPr>
              <p:cNvPr id="388" name="Google Shape;388;p62"/>
              <p:cNvSpPr/>
              <p:nvPr/>
            </p:nvSpPr>
            <p:spPr>
              <a:xfrm>
                <a:off x="4875213" y="6143625"/>
                <a:ext cx="234950" cy="185737"/>
              </a:xfrm>
              <a:custGeom>
                <a:rect b="b" l="l" r="r" t="t"/>
                <a:pathLst>
                  <a:path extrusionOk="0" h="77" w="98">
                    <a:moveTo>
                      <a:pt x="90" y="0"/>
                    </a:moveTo>
                    <a:cubicBezTo>
                      <a:pt x="8" y="0"/>
                      <a:pt x="8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69"/>
                      <a:pt x="0" y="69"/>
                      <a:pt x="0" y="69"/>
                    </a:cubicBezTo>
                    <a:cubicBezTo>
                      <a:pt x="0" y="73"/>
                      <a:pt x="4" y="77"/>
                      <a:pt x="8" y="77"/>
                    </a:cubicBezTo>
                    <a:cubicBezTo>
                      <a:pt x="90" y="77"/>
                      <a:pt x="90" y="77"/>
                      <a:pt x="90" y="77"/>
                    </a:cubicBezTo>
                    <a:cubicBezTo>
                      <a:pt x="94" y="77"/>
                      <a:pt x="98" y="73"/>
                      <a:pt x="98" y="69"/>
                    </a:cubicBezTo>
                    <a:cubicBezTo>
                      <a:pt x="98" y="8"/>
                      <a:pt x="98" y="8"/>
                      <a:pt x="98" y="8"/>
                    </a:cubicBezTo>
                    <a:cubicBezTo>
                      <a:pt x="98" y="4"/>
                      <a:pt x="94" y="0"/>
                      <a:pt x="90" y="0"/>
                    </a:cubicBezTo>
                    <a:close/>
                    <a:moveTo>
                      <a:pt x="78" y="34"/>
                    </a:moveTo>
                    <a:cubicBezTo>
                      <a:pt x="77" y="42"/>
                      <a:pt x="67" y="52"/>
                      <a:pt x="59" y="59"/>
                    </a:cubicBezTo>
                    <a:cubicBezTo>
                      <a:pt x="59" y="59"/>
                      <a:pt x="55" y="63"/>
                      <a:pt x="54" y="64"/>
                    </a:cubicBezTo>
                    <a:cubicBezTo>
                      <a:pt x="53" y="65"/>
                      <a:pt x="51" y="67"/>
                      <a:pt x="49" y="67"/>
                    </a:cubicBezTo>
                    <a:cubicBezTo>
                      <a:pt x="47" y="67"/>
                      <a:pt x="45" y="65"/>
                      <a:pt x="44" y="64"/>
                    </a:cubicBezTo>
                    <a:cubicBezTo>
                      <a:pt x="43" y="63"/>
                      <a:pt x="39" y="59"/>
                      <a:pt x="39" y="59"/>
                    </a:cubicBezTo>
                    <a:cubicBezTo>
                      <a:pt x="31" y="52"/>
                      <a:pt x="21" y="42"/>
                      <a:pt x="20" y="34"/>
                    </a:cubicBezTo>
                    <a:cubicBezTo>
                      <a:pt x="19" y="28"/>
                      <a:pt x="20" y="24"/>
                      <a:pt x="22" y="20"/>
                    </a:cubicBezTo>
                    <a:cubicBezTo>
                      <a:pt x="25" y="16"/>
                      <a:pt x="29" y="14"/>
                      <a:pt x="35" y="14"/>
                    </a:cubicBezTo>
                    <a:cubicBezTo>
                      <a:pt x="36" y="13"/>
                      <a:pt x="37" y="13"/>
                      <a:pt x="37" y="13"/>
                    </a:cubicBezTo>
                    <a:cubicBezTo>
                      <a:pt x="41" y="13"/>
                      <a:pt x="46" y="15"/>
                      <a:pt x="49" y="18"/>
                    </a:cubicBezTo>
                    <a:cubicBezTo>
                      <a:pt x="52" y="15"/>
                      <a:pt x="56" y="13"/>
                      <a:pt x="61" y="13"/>
                    </a:cubicBezTo>
                    <a:cubicBezTo>
                      <a:pt x="61" y="13"/>
                      <a:pt x="62" y="13"/>
                      <a:pt x="62" y="14"/>
                    </a:cubicBezTo>
                    <a:cubicBezTo>
                      <a:pt x="68" y="14"/>
                      <a:pt x="73" y="16"/>
                      <a:pt x="75" y="20"/>
                    </a:cubicBezTo>
                    <a:cubicBezTo>
                      <a:pt x="78" y="24"/>
                      <a:pt x="79" y="28"/>
                      <a:pt x="78" y="34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9" name="Google Shape;389;p62"/>
              <p:cNvSpPr/>
              <p:nvPr/>
            </p:nvSpPr>
            <p:spPr>
              <a:xfrm>
                <a:off x="4848226" y="6365875"/>
                <a:ext cx="284163" cy="53975"/>
              </a:xfrm>
              <a:custGeom>
                <a:rect b="b" l="l" r="r" t="t"/>
                <a:pathLst>
                  <a:path extrusionOk="0" h="23" w="118">
                    <a:moveTo>
                      <a:pt x="108" y="0"/>
                    </a:moveTo>
                    <a:cubicBezTo>
                      <a:pt x="10" y="0"/>
                      <a:pt x="10" y="0"/>
                      <a:pt x="10" y="0"/>
                    </a:cubicBezTo>
                    <a:cubicBezTo>
                      <a:pt x="5" y="0"/>
                      <a:pt x="0" y="4"/>
                      <a:pt x="0" y="10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18"/>
                      <a:pt x="5" y="23"/>
                      <a:pt x="10" y="23"/>
                    </a:cubicBezTo>
                    <a:cubicBezTo>
                      <a:pt x="108" y="23"/>
                      <a:pt x="108" y="23"/>
                      <a:pt x="108" y="23"/>
                    </a:cubicBezTo>
                    <a:cubicBezTo>
                      <a:pt x="114" y="23"/>
                      <a:pt x="118" y="18"/>
                      <a:pt x="118" y="12"/>
                    </a:cubicBezTo>
                    <a:cubicBezTo>
                      <a:pt x="118" y="10"/>
                      <a:pt x="118" y="10"/>
                      <a:pt x="118" y="10"/>
                    </a:cubicBezTo>
                    <a:cubicBezTo>
                      <a:pt x="118" y="4"/>
                      <a:pt x="114" y="0"/>
                      <a:pt x="108" y="0"/>
                    </a:cubicBezTo>
                    <a:close/>
                    <a:moveTo>
                      <a:pt x="63" y="18"/>
                    </a:moveTo>
                    <a:cubicBezTo>
                      <a:pt x="13" y="18"/>
                      <a:pt x="13" y="18"/>
                      <a:pt x="13" y="18"/>
                    </a:cubicBezTo>
                    <a:cubicBezTo>
                      <a:pt x="9" y="18"/>
                      <a:pt x="6" y="15"/>
                      <a:pt x="6" y="12"/>
                    </a:cubicBezTo>
                    <a:cubicBezTo>
                      <a:pt x="6" y="11"/>
                      <a:pt x="6" y="11"/>
                      <a:pt x="6" y="11"/>
                    </a:cubicBezTo>
                    <a:cubicBezTo>
                      <a:pt x="6" y="7"/>
                      <a:pt x="9" y="4"/>
                      <a:pt x="13" y="4"/>
                    </a:cubicBezTo>
                    <a:cubicBezTo>
                      <a:pt x="63" y="4"/>
                      <a:pt x="63" y="4"/>
                      <a:pt x="63" y="4"/>
                    </a:cubicBezTo>
                    <a:lnTo>
                      <a:pt x="63" y="1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0" name="Google Shape;390;p62"/>
              <p:cNvSpPr/>
              <p:nvPr/>
            </p:nvSpPr>
            <p:spPr>
              <a:xfrm>
                <a:off x="4862513" y="6375400"/>
                <a:ext cx="138113" cy="33338"/>
              </a:xfrm>
              <a:custGeom>
                <a:rect b="b" l="l" r="r" t="t"/>
                <a:pathLst>
                  <a:path extrusionOk="0" h="14" w="57">
                    <a:moveTo>
                      <a:pt x="0" y="7"/>
                    </a:move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57" y="14"/>
                      <a:pt x="57" y="14"/>
                      <a:pt x="57" y="14"/>
                    </a:cubicBezTo>
                    <a:cubicBezTo>
                      <a:pt x="57" y="0"/>
                      <a:pt x="57" y="0"/>
                      <a:pt x="57" y="0"/>
                    </a:cubicBezTo>
                    <a:cubicBezTo>
                      <a:pt x="7" y="0"/>
                      <a:pt x="7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1" name="Google Shape;391;p62"/>
              <p:cNvSpPr/>
              <p:nvPr/>
            </p:nvSpPr>
            <p:spPr>
              <a:xfrm>
                <a:off x="4921251" y="6175375"/>
                <a:ext cx="142875" cy="130175"/>
              </a:xfrm>
              <a:custGeom>
                <a:rect b="b" l="l" r="r" t="t"/>
                <a:pathLst>
                  <a:path extrusionOk="0" h="54" w="60">
                    <a:moveTo>
                      <a:pt x="43" y="1"/>
                    </a:moveTo>
                    <a:cubicBezTo>
                      <a:pt x="43" y="0"/>
                      <a:pt x="42" y="0"/>
                      <a:pt x="42" y="0"/>
                    </a:cubicBezTo>
                    <a:cubicBezTo>
                      <a:pt x="37" y="0"/>
                      <a:pt x="33" y="2"/>
                      <a:pt x="30" y="5"/>
                    </a:cubicBezTo>
                    <a:cubicBezTo>
                      <a:pt x="27" y="2"/>
                      <a:pt x="22" y="0"/>
                      <a:pt x="18" y="0"/>
                    </a:cubicBezTo>
                    <a:cubicBezTo>
                      <a:pt x="18" y="0"/>
                      <a:pt x="17" y="0"/>
                      <a:pt x="16" y="1"/>
                    </a:cubicBezTo>
                    <a:cubicBezTo>
                      <a:pt x="10" y="1"/>
                      <a:pt x="6" y="3"/>
                      <a:pt x="3" y="7"/>
                    </a:cubicBezTo>
                    <a:cubicBezTo>
                      <a:pt x="1" y="11"/>
                      <a:pt x="0" y="15"/>
                      <a:pt x="1" y="21"/>
                    </a:cubicBezTo>
                    <a:cubicBezTo>
                      <a:pt x="2" y="29"/>
                      <a:pt x="12" y="39"/>
                      <a:pt x="20" y="46"/>
                    </a:cubicBezTo>
                    <a:cubicBezTo>
                      <a:pt x="20" y="46"/>
                      <a:pt x="24" y="50"/>
                      <a:pt x="25" y="51"/>
                    </a:cubicBezTo>
                    <a:cubicBezTo>
                      <a:pt x="26" y="52"/>
                      <a:pt x="28" y="54"/>
                      <a:pt x="30" y="54"/>
                    </a:cubicBezTo>
                    <a:cubicBezTo>
                      <a:pt x="32" y="54"/>
                      <a:pt x="34" y="52"/>
                      <a:pt x="35" y="51"/>
                    </a:cubicBezTo>
                    <a:cubicBezTo>
                      <a:pt x="36" y="50"/>
                      <a:pt x="40" y="46"/>
                      <a:pt x="40" y="46"/>
                    </a:cubicBezTo>
                    <a:cubicBezTo>
                      <a:pt x="48" y="39"/>
                      <a:pt x="58" y="29"/>
                      <a:pt x="59" y="21"/>
                    </a:cubicBezTo>
                    <a:cubicBezTo>
                      <a:pt x="60" y="15"/>
                      <a:pt x="59" y="11"/>
                      <a:pt x="56" y="7"/>
                    </a:cubicBezTo>
                    <a:cubicBezTo>
                      <a:pt x="54" y="3"/>
                      <a:pt x="49" y="1"/>
                      <a:pt x="4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2" name="Google Shape;392;p62"/>
              <p:cNvSpPr/>
              <p:nvPr/>
            </p:nvSpPr>
            <p:spPr>
              <a:xfrm>
                <a:off x="4851400" y="6119813"/>
                <a:ext cx="282575" cy="236537"/>
              </a:xfrm>
              <a:custGeom>
                <a:rect b="b" l="l" r="r" t="t"/>
                <a:pathLst>
                  <a:path extrusionOk="0" h="98" w="118">
                    <a:moveTo>
                      <a:pt x="100" y="0"/>
                    </a:moveTo>
                    <a:cubicBezTo>
                      <a:pt x="18" y="0"/>
                      <a:pt x="18" y="0"/>
                      <a:pt x="18" y="0"/>
                    </a:cubicBezTo>
                    <a:cubicBezTo>
                      <a:pt x="8" y="0"/>
                      <a:pt x="0" y="8"/>
                      <a:pt x="0" y="18"/>
                    </a:cubicBezTo>
                    <a:cubicBezTo>
                      <a:pt x="0" y="79"/>
                      <a:pt x="0" y="79"/>
                      <a:pt x="0" y="79"/>
                    </a:cubicBezTo>
                    <a:cubicBezTo>
                      <a:pt x="0" y="89"/>
                      <a:pt x="8" y="98"/>
                      <a:pt x="18" y="98"/>
                    </a:cubicBezTo>
                    <a:cubicBezTo>
                      <a:pt x="100" y="98"/>
                      <a:pt x="100" y="98"/>
                      <a:pt x="100" y="98"/>
                    </a:cubicBezTo>
                    <a:cubicBezTo>
                      <a:pt x="110" y="98"/>
                      <a:pt x="118" y="89"/>
                      <a:pt x="118" y="79"/>
                    </a:cubicBezTo>
                    <a:cubicBezTo>
                      <a:pt x="118" y="18"/>
                      <a:pt x="118" y="18"/>
                      <a:pt x="118" y="18"/>
                    </a:cubicBezTo>
                    <a:cubicBezTo>
                      <a:pt x="118" y="8"/>
                      <a:pt x="110" y="0"/>
                      <a:pt x="100" y="0"/>
                    </a:cubicBezTo>
                    <a:close/>
                    <a:moveTo>
                      <a:pt x="108" y="79"/>
                    </a:moveTo>
                    <a:cubicBezTo>
                      <a:pt x="108" y="83"/>
                      <a:pt x="104" y="87"/>
                      <a:pt x="100" y="87"/>
                    </a:cubicBezTo>
                    <a:cubicBezTo>
                      <a:pt x="18" y="87"/>
                      <a:pt x="18" y="87"/>
                      <a:pt x="18" y="87"/>
                    </a:cubicBezTo>
                    <a:cubicBezTo>
                      <a:pt x="14" y="87"/>
                      <a:pt x="10" y="83"/>
                      <a:pt x="10" y="79"/>
                    </a:cubicBezTo>
                    <a:cubicBezTo>
                      <a:pt x="10" y="18"/>
                      <a:pt x="10" y="18"/>
                      <a:pt x="10" y="18"/>
                    </a:cubicBezTo>
                    <a:cubicBezTo>
                      <a:pt x="10" y="14"/>
                      <a:pt x="14" y="10"/>
                      <a:pt x="18" y="10"/>
                    </a:cubicBezTo>
                    <a:cubicBezTo>
                      <a:pt x="100" y="10"/>
                      <a:pt x="100" y="10"/>
                      <a:pt x="100" y="10"/>
                    </a:cubicBezTo>
                    <a:cubicBezTo>
                      <a:pt x="104" y="10"/>
                      <a:pt x="108" y="14"/>
                      <a:pt x="108" y="18"/>
                    </a:cubicBezTo>
                    <a:lnTo>
                      <a:pt x="108" y="79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93" name="Google Shape;393;p62"/>
          <p:cNvGrpSpPr/>
          <p:nvPr/>
        </p:nvGrpSpPr>
        <p:grpSpPr>
          <a:xfrm>
            <a:off x="6662681" y="3044956"/>
            <a:ext cx="593845" cy="593845"/>
            <a:chOff x="8430781" y="544656"/>
            <a:chExt cx="593845" cy="593845"/>
          </a:xfrm>
        </p:grpSpPr>
        <p:sp>
          <p:nvSpPr>
            <p:cNvPr id="394" name="Google Shape;394;p62"/>
            <p:cNvSpPr/>
            <p:nvPr/>
          </p:nvSpPr>
          <p:spPr>
            <a:xfrm>
              <a:off x="8430781" y="544656"/>
              <a:ext cx="593845" cy="593845"/>
            </a:xfrm>
            <a:custGeom>
              <a:rect b="b" l="l" r="r" t="t"/>
              <a:pathLst>
                <a:path extrusionOk="0" h="515" w="515">
                  <a:moveTo>
                    <a:pt x="515" y="467"/>
                  </a:moveTo>
                  <a:cubicBezTo>
                    <a:pt x="515" y="494"/>
                    <a:pt x="493" y="515"/>
                    <a:pt x="467" y="515"/>
                  </a:cubicBezTo>
                  <a:cubicBezTo>
                    <a:pt x="48" y="515"/>
                    <a:pt x="48" y="515"/>
                    <a:pt x="48" y="515"/>
                  </a:cubicBezTo>
                  <a:cubicBezTo>
                    <a:pt x="22" y="515"/>
                    <a:pt x="0" y="494"/>
                    <a:pt x="0" y="467"/>
                  </a:cubicBezTo>
                  <a:cubicBezTo>
                    <a:pt x="0" y="48"/>
                    <a:pt x="0" y="48"/>
                    <a:pt x="0" y="48"/>
                  </a:cubicBezTo>
                  <a:cubicBezTo>
                    <a:pt x="0" y="22"/>
                    <a:pt x="22" y="0"/>
                    <a:pt x="48" y="0"/>
                  </a:cubicBezTo>
                  <a:cubicBezTo>
                    <a:pt x="467" y="0"/>
                    <a:pt x="467" y="0"/>
                    <a:pt x="467" y="0"/>
                  </a:cubicBezTo>
                  <a:cubicBezTo>
                    <a:pt x="493" y="0"/>
                    <a:pt x="515" y="22"/>
                    <a:pt x="515" y="48"/>
                  </a:cubicBezTo>
                  <a:lnTo>
                    <a:pt x="515" y="4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95" name="Google Shape;395;p62"/>
            <p:cNvGrpSpPr/>
            <p:nvPr/>
          </p:nvGrpSpPr>
          <p:grpSpPr>
            <a:xfrm>
              <a:off x="8499611" y="628045"/>
              <a:ext cx="456181" cy="427063"/>
              <a:chOff x="8535988" y="2970213"/>
              <a:chExt cx="895350" cy="838200"/>
            </a:xfrm>
          </p:grpSpPr>
          <p:sp>
            <p:nvSpPr>
              <p:cNvPr id="396" name="Google Shape;396;p62"/>
              <p:cNvSpPr/>
              <p:nvPr/>
            </p:nvSpPr>
            <p:spPr>
              <a:xfrm>
                <a:off x="9155113" y="3244850"/>
                <a:ext cx="276225" cy="349250"/>
              </a:xfrm>
              <a:custGeom>
                <a:rect b="b" l="l" r="r" t="t"/>
                <a:pathLst>
                  <a:path extrusionOk="0" h="146" w="115">
                    <a:moveTo>
                      <a:pt x="4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46"/>
                      <a:pt x="0" y="146"/>
                      <a:pt x="0" y="146"/>
                    </a:cubicBezTo>
                    <a:cubicBezTo>
                      <a:pt x="41" y="146"/>
                      <a:pt x="41" y="146"/>
                      <a:pt x="41" y="146"/>
                    </a:cubicBezTo>
                    <a:cubicBezTo>
                      <a:pt x="82" y="146"/>
                      <a:pt x="115" y="113"/>
                      <a:pt x="115" y="73"/>
                    </a:cubicBezTo>
                    <a:cubicBezTo>
                      <a:pt x="115" y="32"/>
                      <a:pt x="82" y="0"/>
                      <a:pt x="41" y="0"/>
                    </a:cubicBezTo>
                    <a:close/>
                    <a:moveTo>
                      <a:pt x="23" y="119"/>
                    </a:moveTo>
                    <a:cubicBezTo>
                      <a:pt x="19" y="119"/>
                      <a:pt x="15" y="115"/>
                      <a:pt x="15" y="110"/>
                    </a:cubicBezTo>
                    <a:cubicBezTo>
                      <a:pt x="15" y="105"/>
                      <a:pt x="19" y="102"/>
                      <a:pt x="23" y="102"/>
                    </a:cubicBezTo>
                    <a:cubicBezTo>
                      <a:pt x="28" y="102"/>
                      <a:pt x="32" y="105"/>
                      <a:pt x="32" y="110"/>
                    </a:cubicBezTo>
                    <a:cubicBezTo>
                      <a:pt x="32" y="115"/>
                      <a:pt x="28" y="119"/>
                      <a:pt x="23" y="119"/>
                    </a:cubicBezTo>
                    <a:close/>
                    <a:moveTo>
                      <a:pt x="23" y="82"/>
                    </a:moveTo>
                    <a:cubicBezTo>
                      <a:pt x="19" y="82"/>
                      <a:pt x="15" y="78"/>
                      <a:pt x="15" y="73"/>
                    </a:cubicBezTo>
                    <a:cubicBezTo>
                      <a:pt x="15" y="69"/>
                      <a:pt x="19" y="65"/>
                      <a:pt x="23" y="65"/>
                    </a:cubicBezTo>
                    <a:cubicBezTo>
                      <a:pt x="28" y="65"/>
                      <a:pt x="32" y="69"/>
                      <a:pt x="32" y="73"/>
                    </a:cubicBezTo>
                    <a:cubicBezTo>
                      <a:pt x="32" y="78"/>
                      <a:pt x="28" y="82"/>
                      <a:pt x="23" y="82"/>
                    </a:cubicBezTo>
                    <a:close/>
                    <a:moveTo>
                      <a:pt x="23" y="44"/>
                    </a:moveTo>
                    <a:cubicBezTo>
                      <a:pt x="19" y="44"/>
                      <a:pt x="15" y="40"/>
                      <a:pt x="15" y="35"/>
                    </a:cubicBezTo>
                    <a:cubicBezTo>
                      <a:pt x="15" y="31"/>
                      <a:pt x="19" y="27"/>
                      <a:pt x="23" y="27"/>
                    </a:cubicBezTo>
                    <a:cubicBezTo>
                      <a:pt x="28" y="27"/>
                      <a:pt x="32" y="31"/>
                      <a:pt x="32" y="35"/>
                    </a:cubicBezTo>
                    <a:cubicBezTo>
                      <a:pt x="32" y="40"/>
                      <a:pt x="28" y="44"/>
                      <a:pt x="23" y="44"/>
                    </a:cubicBezTo>
                    <a:close/>
                    <a:moveTo>
                      <a:pt x="47" y="101"/>
                    </a:moveTo>
                    <a:cubicBezTo>
                      <a:pt x="43" y="101"/>
                      <a:pt x="39" y="97"/>
                      <a:pt x="39" y="93"/>
                    </a:cubicBezTo>
                    <a:cubicBezTo>
                      <a:pt x="39" y="88"/>
                      <a:pt x="43" y="84"/>
                      <a:pt x="47" y="84"/>
                    </a:cubicBezTo>
                    <a:cubicBezTo>
                      <a:pt x="52" y="84"/>
                      <a:pt x="56" y="88"/>
                      <a:pt x="56" y="93"/>
                    </a:cubicBezTo>
                    <a:cubicBezTo>
                      <a:pt x="56" y="97"/>
                      <a:pt x="52" y="101"/>
                      <a:pt x="47" y="101"/>
                    </a:cubicBezTo>
                    <a:close/>
                    <a:moveTo>
                      <a:pt x="47" y="63"/>
                    </a:moveTo>
                    <a:cubicBezTo>
                      <a:pt x="43" y="63"/>
                      <a:pt x="39" y="59"/>
                      <a:pt x="39" y="54"/>
                    </a:cubicBezTo>
                    <a:cubicBezTo>
                      <a:pt x="39" y="49"/>
                      <a:pt x="43" y="45"/>
                      <a:pt x="47" y="45"/>
                    </a:cubicBezTo>
                    <a:cubicBezTo>
                      <a:pt x="52" y="45"/>
                      <a:pt x="56" y="49"/>
                      <a:pt x="56" y="54"/>
                    </a:cubicBezTo>
                    <a:cubicBezTo>
                      <a:pt x="56" y="59"/>
                      <a:pt x="52" y="63"/>
                      <a:pt x="47" y="63"/>
                    </a:cubicBezTo>
                    <a:close/>
                    <a:moveTo>
                      <a:pt x="71" y="119"/>
                    </a:moveTo>
                    <a:cubicBezTo>
                      <a:pt x="66" y="119"/>
                      <a:pt x="62" y="115"/>
                      <a:pt x="62" y="110"/>
                    </a:cubicBezTo>
                    <a:cubicBezTo>
                      <a:pt x="62" y="105"/>
                      <a:pt x="66" y="102"/>
                      <a:pt x="71" y="102"/>
                    </a:cubicBezTo>
                    <a:cubicBezTo>
                      <a:pt x="76" y="102"/>
                      <a:pt x="80" y="105"/>
                      <a:pt x="80" y="110"/>
                    </a:cubicBezTo>
                    <a:cubicBezTo>
                      <a:pt x="80" y="115"/>
                      <a:pt x="76" y="119"/>
                      <a:pt x="71" y="119"/>
                    </a:cubicBezTo>
                    <a:close/>
                    <a:moveTo>
                      <a:pt x="71" y="82"/>
                    </a:moveTo>
                    <a:cubicBezTo>
                      <a:pt x="66" y="82"/>
                      <a:pt x="62" y="78"/>
                      <a:pt x="62" y="73"/>
                    </a:cubicBezTo>
                    <a:cubicBezTo>
                      <a:pt x="62" y="69"/>
                      <a:pt x="66" y="65"/>
                      <a:pt x="71" y="65"/>
                    </a:cubicBezTo>
                    <a:cubicBezTo>
                      <a:pt x="76" y="65"/>
                      <a:pt x="80" y="69"/>
                      <a:pt x="80" y="73"/>
                    </a:cubicBezTo>
                    <a:cubicBezTo>
                      <a:pt x="80" y="78"/>
                      <a:pt x="76" y="82"/>
                      <a:pt x="71" y="82"/>
                    </a:cubicBezTo>
                    <a:close/>
                    <a:moveTo>
                      <a:pt x="71" y="44"/>
                    </a:moveTo>
                    <a:cubicBezTo>
                      <a:pt x="66" y="44"/>
                      <a:pt x="62" y="40"/>
                      <a:pt x="62" y="35"/>
                    </a:cubicBezTo>
                    <a:cubicBezTo>
                      <a:pt x="62" y="31"/>
                      <a:pt x="66" y="27"/>
                      <a:pt x="71" y="27"/>
                    </a:cubicBezTo>
                    <a:cubicBezTo>
                      <a:pt x="76" y="27"/>
                      <a:pt x="80" y="31"/>
                      <a:pt x="80" y="35"/>
                    </a:cubicBezTo>
                    <a:cubicBezTo>
                      <a:pt x="80" y="40"/>
                      <a:pt x="76" y="44"/>
                      <a:pt x="71" y="44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7" name="Google Shape;397;p62"/>
              <p:cNvSpPr/>
              <p:nvPr/>
            </p:nvSpPr>
            <p:spPr>
              <a:xfrm>
                <a:off x="8535988" y="3244850"/>
                <a:ext cx="271462" cy="349250"/>
              </a:xfrm>
              <a:custGeom>
                <a:rect b="b" l="l" r="r" t="t"/>
                <a:pathLst>
                  <a:path extrusionOk="0" h="146" w="113">
                    <a:moveTo>
                      <a:pt x="113" y="0"/>
                    </a:moveTo>
                    <a:cubicBezTo>
                      <a:pt x="73" y="0"/>
                      <a:pt x="73" y="0"/>
                      <a:pt x="73" y="0"/>
                    </a:cubicBezTo>
                    <a:cubicBezTo>
                      <a:pt x="32" y="0"/>
                      <a:pt x="0" y="32"/>
                      <a:pt x="0" y="73"/>
                    </a:cubicBezTo>
                    <a:cubicBezTo>
                      <a:pt x="0" y="113"/>
                      <a:pt x="32" y="146"/>
                      <a:pt x="73" y="146"/>
                    </a:cubicBezTo>
                    <a:cubicBezTo>
                      <a:pt x="113" y="146"/>
                      <a:pt x="113" y="146"/>
                      <a:pt x="113" y="146"/>
                    </a:cubicBezTo>
                    <a:cubicBezTo>
                      <a:pt x="113" y="104"/>
                      <a:pt x="113" y="104"/>
                      <a:pt x="113" y="104"/>
                    </a:cubicBezTo>
                    <a:lnTo>
                      <a:pt x="113" y="0"/>
                    </a:lnTo>
                    <a:close/>
                    <a:moveTo>
                      <a:pt x="44" y="121"/>
                    </a:moveTo>
                    <a:cubicBezTo>
                      <a:pt x="39" y="121"/>
                      <a:pt x="35" y="117"/>
                      <a:pt x="35" y="112"/>
                    </a:cubicBezTo>
                    <a:cubicBezTo>
                      <a:pt x="35" y="107"/>
                      <a:pt x="39" y="104"/>
                      <a:pt x="44" y="104"/>
                    </a:cubicBezTo>
                    <a:cubicBezTo>
                      <a:pt x="49" y="104"/>
                      <a:pt x="53" y="107"/>
                      <a:pt x="53" y="112"/>
                    </a:cubicBezTo>
                    <a:cubicBezTo>
                      <a:pt x="53" y="117"/>
                      <a:pt x="49" y="121"/>
                      <a:pt x="44" y="121"/>
                    </a:cubicBezTo>
                    <a:close/>
                    <a:moveTo>
                      <a:pt x="44" y="84"/>
                    </a:moveTo>
                    <a:cubicBezTo>
                      <a:pt x="39" y="84"/>
                      <a:pt x="35" y="80"/>
                      <a:pt x="35" y="75"/>
                    </a:cubicBezTo>
                    <a:cubicBezTo>
                      <a:pt x="35" y="70"/>
                      <a:pt x="39" y="67"/>
                      <a:pt x="44" y="67"/>
                    </a:cubicBezTo>
                    <a:cubicBezTo>
                      <a:pt x="49" y="67"/>
                      <a:pt x="53" y="70"/>
                      <a:pt x="53" y="75"/>
                    </a:cubicBezTo>
                    <a:cubicBezTo>
                      <a:pt x="53" y="80"/>
                      <a:pt x="49" y="84"/>
                      <a:pt x="44" y="84"/>
                    </a:cubicBezTo>
                    <a:close/>
                    <a:moveTo>
                      <a:pt x="44" y="46"/>
                    </a:moveTo>
                    <a:cubicBezTo>
                      <a:pt x="39" y="46"/>
                      <a:pt x="35" y="42"/>
                      <a:pt x="35" y="37"/>
                    </a:cubicBezTo>
                    <a:cubicBezTo>
                      <a:pt x="35" y="33"/>
                      <a:pt x="39" y="29"/>
                      <a:pt x="44" y="29"/>
                    </a:cubicBezTo>
                    <a:cubicBezTo>
                      <a:pt x="49" y="29"/>
                      <a:pt x="53" y="33"/>
                      <a:pt x="53" y="37"/>
                    </a:cubicBezTo>
                    <a:cubicBezTo>
                      <a:pt x="53" y="42"/>
                      <a:pt x="49" y="46"/>
                      <a:pt x="44" y="46"/>
                    </a:cubicBezTo>
                    <a:close/>
                    <a:moveTo>
                      <a:pt x="68" y="103"/>
                    </a:moveTo>
                    <a:cubicBezTo>
                      <a:pt x="63" y="103"/>
                      <a:pt x="60" y="99"/>
                      <a:pt x="60" y="95"/>
                    </a:cubicBezTo>
                    <a:cubicBezTo>
                      <a:pt x="60" y="90"/>
                      <a:pt x="63" y="86"/>
                      <a:pt x="68" y="86"/>
                    </a:cubicBezTo>
                    <a:cubicBezTo>
                      <a:pt x="73" y="86"/>
                      <a:pt x="77" y="90"/>
                      <a:pt x="77" y="95"/>
                    </a:cubicBezTo>
                    <a:cubicBezTo>
                      <a:pt x="77" y="99"/>
                      <a:pt x="73" y="103"/>
                      <a:pt x="68" y="103"/>
                    </a:cubicBezTo>
                    <a:close/>
                    <a:moveTo>
                      <a:pt x="68" y="64"/>
                    </a:moveTo>
                    <a:cubicBezTo>
                      <a:pt x="63" y="64"/>
                      <a:pt x="60" y="61"/>
                      <a:pt x="60" y="56"/>
                    </a:cubicBezTo>
                    <a:cubicBezTo>
                      <a:pt x="60" y="51"/>
                      <a:pt x="63" y="47"/>
                      <a:pt x="68" y="47"/>
                    </a:cubicBezTo>
                    <a:cubicBezTo>
                      <a:pt x="73" y="47"/>
                      <a:pt x="77" y="51"/>
                      <a:pt x="77" y="56"/>
                    </a:cubicBezTo>
                    <a:cubicBezTo>
                      <a:pt x="77" y="61"/>
                      <a:pt x="73" y="64"/>
                      <a:pt x="68" y="64"/>
                    </a:cubicBezTo>
                    <a:close/>
                    <a:moveTo>
                      <a:pt x="92" y="121"/>
                    </a:moveTo>
                    <a:cubicBezTo>
                      <a:pt x="87" y="121"/>
                      <a:pt x="83" y="117"/>
                      <a:pt x="83" y="112"/>
                    </a:cubicBezTo>
                    <a:cubicBezTo>
                      <a:pt x="83" y="107"/>
                      <a:pt x="87" y="104"/>
                      <a:pt x="92" y="104"/>
                    </a:cubicBezTo>
                    <a:cubicBezTo>
                      <a:pt x="96" y="104"/>
                      <a:pt x="100" y="107"/>
                      <a:pt x="100" y="112"/>
                    </a:cubicBezTo>
                    <a:cubicBezTo>
                      <a:pt x="100" y="117"/>
                      <a:pt x="96" y="121"/>
                      <a:pt x="92" y="121"/>
                    </a:cubicBezTo>
                    <a:close/>
                    <a:moveTo>
                      <a:pt x="92" y="84"/>
                    </a:moveTo>
                    <a:cubicBezTo>
                      <a:pt x="87" y="84"/>
                      <a:pt x="83" y="80"/>
                      <a:pt x="83" y="75"/>
                    </a:cubicBezTo>
                    <a:cubicBezTo>
                      <a:pt x="83" y="70"/>
                      <a:pt x="87" y="67"/>
                      <a:pt x="92" y="67"/>
                    </a:cubicBezTo>
                    <a:cubicBezTo>
                      <a:pt x="96" y="67"/>
                      <a:pt x="100" y="70"/>
                      <a:pt x="100" y="75"/>
                    </a:cubicBezTo>
                    <a:cubicBezTo>
                      <a:pt x="100" y="80"/>
                      <a:pt x="96" y="84"/>
                      <a:pt x="92" y="84"/>
                    </a:cubicBezTo>
                    <a:close/>
                    <a:moveTo>
                      <a:pt x="92" y="46"/>
                    </a:moveTo>
                    <a:cubicBezTo>
                      <a:pt x="87" y="46"/>
                      <a:pt x="83" y="42"/>
                      <a:pt x="83" y="37"/>
                    </a:cubicBezTo>
                    <a:cubicBezTo>
                      <a:pt x="83" y="33"/>
                      <a:pt x="87" y="29"/>
                      <a:pt x="92" y="29"/>
                    </a:cubicBezTo>
                    <a:cubicBezTo>
                      <a:pt x="96" y="29"/>
                      <a:pt x="100" y="33"/>
                      <a:pt x="100" y="37"/>
                    </a:cubicBezTo>
                    <a:cubicBezTo>
                      <a:pt x="100" y="42"/>
                      <a:pt x="96" y="46"/>
                      <a:pt x="92" y="46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8" name="Google Shape;398;p62"/>
              <p:cNvSpPr/>
              <p:nvPr/>
            </p:nvSpPr>
            <p:spPr>
              <a:xfrm>
                <a:off x="8620126" y="3313113"/>
                <a:ext cx="42900" cy="414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9" name="Google Shape;399;p62"/>
              <p:cNvSpPr/>
              <p:nvPr/>
            </p:nvSpPr>
            <p:spPr>
              <a:xfrm>
                <a:off x="8620126" y="3405188"/>
                <a:ext cx="42900" cy="414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0" name="Google Shape;400;p62"/>
              <p:cNvSpPr/>
              <p:nvPr/>
            </p:nvSpPr>
            <p:spPr>
              <a:xfrm>
                <a:off x="8620126" y="3494088"/>
                <a:ext cx="42900" cy="414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1" name="Google Shape;401;p62"/>
              <p:cNvSpPr/>
              <p:nvPr/>
            </p:nvSpPr>
            <p:spPr>
              <a:xfrm>
                <a:off x="8680451" y="3451225"/>
                <a:ext cx="39600" cy="39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2" name="Google Shape;402;p62"/>
              <p:cNvSpPr/>
              <p:nvPr/>
            </p:nvSpPr>
            <p:spPr>
              <a:xfrm>
                <a:off x="8680451" y="3357563"/>
                <a:ext cx="39600" cy="39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3" name="Google Shape;403;p62"/>
              <p:cNvSpPr/>
              <p:nvPr/>
            </p:nvSpPr>
            <p:spPr>
              <a:xfrm>
                <a:off x="8734426" y="3313113"/>
                <a:ext cx="41400" cy="414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4" name="Google Shape;404;p62"/>
              <p:cNvSpPr/>
              <p:nvPr/>
            </p:nvSpPr>
            <p:spPr>
              <a:xfrm>
                <a:off x="8734426" y="3405188"/>
                <a:ext cx="41400" cy="41400"/>
              </a:xfrm>
              <a:prstGeom prst="ellipse">
                <a:avLst/>
              </a:prstGeom>
              <a:solidFill>
                <a:srgbClr val="E0D8C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5" name="Google Shape;405;p62"/>
              <p:cNvSpPr/>
              <p:nvPr/>
            </p:nvSpPr>
            <p:spPr>
              <a:xfrm>
                <a:off x="8734426" y="3494088"/>
                <a:ext cx="41400" cy="414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6" name="Google Shape;406;p62"/>
              <p:cNvSpPr/>
              <p:nvPr/>
            </p:nvSpPr>
            <p:spPr>
              <a:xfrm>
                <a:off x="9191626" y="3308350"/>
                <a:ext cx="41400" cy="414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7" name="Google Shape;407;p62"/>
              <p:cNvSpPr/>
              <p:nvPr/>
            </p:nvSpPr>
            <p:spPr>
              <a:xfrm>
                <a:off x="9191626" y="3400425"/>
                <a:ext cx="41400" cy="414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8" name="Google Shape;408;p62"/>
              <p:cNvSpPr/>
              <p:nvPr/>
            </p:nvSpPr>
            <p:spPr>
              <a:xfrm>
                <a:off x="9191626" y="3489325"/>
                <a:ext cx="41400" cy="414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9" name="Google Shape;409;p62"/>
              <p:cNvSpPr/>
              <p:nvPr/>
            </p:nvSpPr>
            <p:spPr>
              <a:xfrm>
                <a:off x="9248776" y="3446463"/>
                <a:ext cx="41400" cy="39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0" name="Google Shape;410;p62"/>
              <p:cNvSpPr/>
              <p:nvPr/>
            </p:nvSpPr>
            <p:spPr>
              <a:xfrm>
                <a:off x="9248776" y="3352800"/>
                <a:ext cx="41400" cy="429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1" name="Google Shape;411;p62"/>
              <p:cNvSpPr/>
              <p:nvPr/>
            </p:nvSpPr>
            <p:spPr>
              <a:xfrm>
                <a:off x="9304338" y="3308350"/>
                <a:ext cx="42900" cy="414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2" name="Google Shape;412;p62"/>
              <p:cNvSpPr/>
              <p:nvPr/>
            </p:nvSpPr>
            <p:spPr>
              <a:xfrm>
                <a:off x="9304338" y="3400425"/>
                <a:ext cx="42900" cy="414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3" name="Google Shape;413;p62"/>
              <p:cNvSpPr/>
              <p:nvPr/>
            </p:nvSpPr>
            <p:spPr>
              <a:xfrm>
                <a:off x="9304338" y="3489325"/>
                <a:ext cx="42900" cy="414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4" name="Google Shape;414;p62"/>
              <p:cNvSpPr/>
              <p:nvPr/>
            </p:nvSpPr>
            <p:spPr>
              <a:xfrm>
                <a:off x="8853488" y="3786188"/>
                <a:ext cx="49213" cy="22225"/>
              </a:xfrm>
              <a:custGeom>
                <a:rect b="b" l="l" r="r" t="t"/>
                <a:pathLst>
                  <a:path extrusionOk="0" h="9" w="21">
                    <a:moveTo>
                      <a:pt x="0" y="9"/>
                    </a:moveTo>
                    <a:cubicBezTo>
                      <a:pt x="21" y="0"/>
                      <a:pt x="21" y="0"/>
                      <a:pt x="21" y="0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0" y="9"/>
                      <a:pt x="0" y="9"/>
                      <a:pt x="0" y="9"/>
                    </a:cubicBezTo>
                    <a:close/>
                  </a:path>
                </a:pathLst>
              </a:custGeom>
              <a:solidFill>
                <a:srgbClr val="EBDABC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5" name="Google Shape;415;p62"/>
              <p:cNvSpPr/>
              <p:nvPr/>
            </p:nvSpPr>
            <p:spPr>
              <a:xfrm>
                <a:off x="8807451" y="2970213"/>
                <a:ext cx="350838" cy="838200"/>
              </a:xfrm>
              <a:custGeom>
                <a:rect b="b" l="l" r="r" t="t"/>
                <a:pathLst>
                  <a:path extrusionOk="0" h="349" w="146">
                    <a:moveTo>
                      <a:pt x="146" y="114"/>
                    </a:moveTo>
                    <a:cubicBezTo>
                      <a:pt x="146" y="74"/>
                      <a:pt x="146" y="74"/>
                      <a:pt x="146" y="74"/>
                    </a:cubicBezTo>
                    <a:cubicBezTo>
                      <a:pt x="146" y="33"/>
                      <a:pt x="114" y="0"/>
                      <a:pt x="73" y="0"/>
                    </a:cubicBezTo>
                    <a:cubicBezTo>
                      <a:pt x="33" y="0"/>
                      <a:pt x="0" y="33"/>
                      <a:pt x="0" y="74"/>
                    </a:cubicBezTo>
                    <a:cubicBezTo>
                      <a:pt x="0" y="114"/>
                      <a:pt x="0" y="114"/>
                      <a:pt x="0" y="114"/>
                    </a:cubicBezTo>
                    <a:cubicBezTo>
                      <a:pt x="0" y="218"/>
                      <a:pt x="0" y="218"/>
                      <a:pt x="0" y="218"/>
                    </a:cubicBezTo>
                    <a:cubicBezTo>
                      <a:pt x="0" y="260"/>
                      <a:pt x="0" y="260"/>
                      <a:pt x="0" y="260"/>
                    </a:cubicBezTo>
                    <a:cubicBezTo>
                      <a:pt x="0" y="300"/>
                      <a:pt x="0" y="300"/>
                      <a:pt x="0" y="300"/>
                    </a:cubicBezTo>
                    <a:cubicBezTo>
                      <a:pt x="0" y="319"/>
                      <a:pt x="7" y="336"/>
                      <a:pt x="19" y="349"/>
                    </a:cubicBezTo>
                    <a:cubicBezTo>
                      <a:pt x="17" y="329"/>
                      <a:pt x="23" y="309"/>
                      <a:pt x="37" y="293"/>
                    </a:cubicBezTo>
                    <a:cubicBezTo>
                      <a:pt x="64" y="262"/>
                      <a:pt x="110" y="260"/>
                      <a:pt x="140" y="287"/>
                    </a:cubicBezTo>
                    <a:cubicBezTo>
                      <a:pt x="146" y="292"/>
                      <a:pt x="146" y="292"/>
                      <a:pt x="146" y="292"/>
                    </a:cubicBezTo>
                    <a:cubicBezTo>
                      <a:pt x="146" y="292"/>
                      <a:pt x="146" y="292"/>
                      <a:pt x="146" y="292"/>
                    </a:cubicBezTo>
                    <a:cubicBezTo>
                      <a:pt x="146" y="260"/>
                      <a:pt x="146" y="260"/>
                      <a:pt x="146" y="260"/>
                    </a:cubicBezTo>
                    <a:cubicBezTo>
                      <a:pt x="146" y="218"/>
                      <a:pt x="146" y="218"/>
                      <a:pt x="146" y="218"/>
                    </a:cubicBezTo>
                    <a:lnTo>
                      <a:pt x="146" y="114"/>
                    </a:lnTo>
                    <a:close/>
                    <a:moveTo>
                      <a:pt x="30" y="213"/>
                    </a:moveTo>
                    <a:cubicBezTo>
                      <a:pt x="30" y="165"/>
                      <a:pt x="30" y="165"/>
                      <a:pt x="30" y="165"/>
                    </a:cubicBezTo>
                    <a:cubicBezTo>
                      <a:pt x="30" y="160"/>
                      <a:pt x="30" y="160"/>
                      <a:pt x="30" y="160"/>
                    </a:cubicBezTo>
                    <a:cubicBezTo>
                      <a:pt x="30" y="136"/>
                      <a:pt x="49" y="117"/>
                      <a:pt x="73" y="117"/>
                    </a:cubicBezTo>
                    <a:cubicBezTo>
                      <a:pt x="97" y="117"/>
                      <a:pt x="116" y="136"/>
                      <a:pt x="116" y="160"/>
                    </a:cubicBezTo>
                    <a:cubicBezTo>
                      <a:pt x="116" y="165"/>
                      <a:pt x="116" y="165"/>
                      <a:pt x="116" y="165"/>
                    </a:cubicBezTo>
                    <a:cubicBezTo>
                      <a:pt x="116" y="213"/>
                      <a:pt x="116" y="213"/>
                      <a:pt x="116" y="213"/>
                    </a:cubicBezTo>
                    <a:cubicBezTo>
                      <a:pt x="116" y="237"/>
                      <a:pt x="97" y="257"/>
                      <a:pt x="73" y="257"/>
                    </a:cubicBezTo>
                    <a:cubicBezTo>
                      <a:pt x="49" y="257"/>
                      <a:pt x="30" y="237"/>
                      <a:pt x="30" y="213"/>
                    </a:cubicBezTo>
                    <a:close/>
                    <a:moveTo>
                      <a:pt x="110" y="35"/>
                    </a:moveTo>
                    <a:cubicBezTo>
                      <a:pt x="115" y="35"/>
                      <a:pt x="119" y="39"/>
                      <a:pt x="119" y="44"/>
                    </a:cubicBezTo>
                    <a:cubicBezTo>
                      <a:pt x="119" y="49"/>
                      <a:pt x="115" y="53"/>
                      <a:pt x="110" y="53"/>
                    </a:cubicBezTo>
                    <a:cubicBezTo>
                      <a:pt x="106" y="53"/>
                      <a:pt x="102" y="49"/>
                      <a:pt x="102" y="44"/>
                    </a:cubicBezTo>
                    <a:cubicBezTo>
                      <a:pt x="102" y="39"/>
                      <a:pt x="106" y="35"/>
                      <a:pt x="110" y="35"/>
                    </a:cubicBezTo>
                    <a:close/>
                    <a:moveTo>
                      <a:pt x="110" y="83"/>
                    </a:moveTo>
                    <a:cubicBezTo>
                      <a:pt x="115" y="83"/>
                      <a:pt x="119" y="87"/>
                      <a:pt x="119" y="92"/>
                    </a:cubicBezTo>
                    <a:cubicBezTo>
                      <a:pt x="119" y="96"/>
                      <a:pt x="115" y="100"/>
                      <a:pt x="110" y="100"/>
                    </a:cubicBezTo>
                    <a:cubicBezTo>
                      <a:pt x="106" y="100"/>
                      <a:pt x="102" y="96"/>
                      <a:pt x="102" y="92"/>
                    </a:cubicBezTo>
                    <a:cubicBezTo>
                      <a:pt x="102" y="87"/>
                      <a:pt x="106" y="83"/>
                      <a:pt x="110" y="83"/>
                    </a:cubicBezTo>
                    <a:close/>
                    <a:moveTo>
                      <a:pt x="93" y="59"/>
                    </a:moveTo>
                    <a:cubicBezTo>
                      <a:pt x="98" y="59"/>
                      <a:pt x="101" y="63"/>
                      <a:pt x="101" y="67"/>
                    </a:cubicBezTo>
                    <a:cubicBezTo>
                      <a:pt x="101" y="72"/>
                      <a:pt x="98" y="76"/>
                      <a:pt x="93" y="76"/>
                    </a:cubicBezTo>
                    <a:cubicBezTo>
                      <a:pt x="88" y="76"/>
                      <a:pt x="84" y="72"/>
                      <a:pt x="84" y="67"/>
                    </a:cubicBezTo>
                    <a:cubicBezTo>
                      <a:pt x="84" y="63"/>
                      <a:pt x="88" y="59"/>
                      <a:pt x="93" y="59"/>
                    </a:cubicBezTo>
                    <a:close/>
                    <a:moveTo>
                      <a:pt x="74" y="35"/>
                    </a:moveTo>
                    <a:cubicBezTo>
                      <a:pt x="78" y="35"/>
                      <a:pt x="82" y="39"/>
                      <a:pt x="82" y="44"/>
                    </a:cubicBezTo>
                    <a:cubicBezTo>
                      <a:pt x="82" y="49"/>
                      <a:pt x="78" y="53"/>
                      <a:pt x="74" y="53"/>
                    </a:cubicBezTo>
                    <a:cubicBezTo>
                      <a:pt x="69" y="53"/>
                      <a:pt x="65" y="49"/>
                      <a:pt x="65" y="44"/>
                    </a:cubicBezTo>
                    <a:cubicBezTo>
                      <a:pt x="65" y="39"/>
                      <a:pt x="69" y="35"/>
                      <a:pt x="74" y="35"/>
                    </a:cubicBezTo>
                    <a:close/>
                    <a:moveTo>
                      <a:pt x="74" y="83"/>
                    </a:moveTo>
                    <a:cubicBezTo>
                      <a:pt x="78" y="83"/>
                      <a:pt x="82" y="87"/>
                      <a:pt x="82" y="92"/>
                    </a:cubicBezTo>
                    <a:cubicBezTo>
                      <a:pt x="82" y="96"/>
                      <a:pt x="78" y="100"/>
                      <a:pt x="74" y="100"/>
                    </a:cubicBezTo>
                    <a:cubicBezTo>
                      <a:pt x="69" y="100"/>
                      <a:pt x="65" y="96"/>
                      <a:pt x="65" y="92"/>
                    </a:cubicBezTo>
                    <a:cubicBezTo>
                      <a:pt x="65" y="87"/>
                      <a:pt x="69" y="83"/>
                      <a:pt x="74" y="83"/>
                    </a:cubicBezTo>
                    <a:close/>
                    <a:moveTo>
                      <a:pt x="54" y="59"/>
                    </a:moveTo>
                    <a:cubicBezTo>
                      <a:pt x="59" y="59"/>
                      <a:pt x="63" y="63"/>
                      <a:pt x="63" y="67"/>
                    </a:cubicBezTo>
                    <a:cubicBezTo>
                      <a:pt x="63" y="72"/>
                      <a:pt x="59" y="76"/>
                      <a:pt x="54" y="76"/>
                    </a:cubicBezTo>
                    <a:cubicBezTo>
                      <a:pt x="49" y="76"/>
                      <a:pt x="46" y="72"/>
                      <a:pt x="46" y="67"/>
                    </a:cubicBezTo>
                    <a:cubicBezTo>
                      <a:pt x="46" y="63"/>
                      <a:pt x="49" y="59"/>
                      <a:pt x="54" y="59"/>
                    </a:cubicBezTo>
                    <a:close/>
                    <a:moveTo>
                      <a:pt x="36" y="35"/>
                    </a:moveTo>
                    <a:cubicBezTo>
                      <a:pt x="40" y="35"/>
                      <a:pt x="44" y="39"/>
                      <a:pt x="44" y="44"/>
                    </a:cubicBezTo>
                    <a:cubicBezTo>
                      <a:pt x="44" y="49"/>
                      <a:pt x="40" y="53"/>
                      <a:pt x="36" y="53"/>
                    </a:cubicBezTo>
                    <a:cubicBezTo>
                      <a:pt x="31" y="53"/>
                      <a:pt x="27" y="49"/>
                      <a:pt x="27" y="44"/>
                    </a:cubicBezTo>
                    <a:cubicBezTo>
                      <a:pt x="27" y="39"/>
                      <a:pt x="31" y="35"/>
                      <a:pt x="36" y="35"/>
                    </a:cubicBezTo>
                    <a:close/>
                    <a:moveTo>
                      <a:pt x="36" y="83"/>
                    </a:moveTo>
                    <a:cubicBezTo>
                      <a:pt x="40" y="83"/>
                      <a:pt x="44" y="87"/>
                      <a:pt x="44" y="92"/>
                    </a:cubicBezTo>
                    <a:cubicBezTo>
                      <a:pt x="44" y="96"/>
                      <a:pt x="40" y="100"/>
                      <a:pt x="36" y="100"/>
                    </a:cubicBezTo>
                    <a:cubicBezTo>
                      <a:pt x="31" y="100"/>
                      <a:pt x="27" y="96"/>
                      <a:pt x="27" y="92"/>
                    </a:cubicBezTo>
                    <a:cubicBezTo>
                      <a:pt x="27" y="87"/>
                      <a:pt x="31" y="83"/>
                      <a:pt x="36" y="83"/>
                    </a:cubicBezTo>
                    <a:close/>
                    <a:moveTo>
                      <a:pt x="35" y="290"/>
                    </a:moveTo>
                    <a:cubicBezTo>
                      <a:pt x="30" y="290"/>
                      <a:pt x="26" y="286"/>
                      <a:pt x="26" y="281"/>
                    </a:cubicBezTo>
                    <a:cubicBezTo>
                      <a:pt x="26" y="276"/>
                      <a:pt x="30" y="273"/>
                      <a:pt x="35" y="273"/>
                    </a:cubicBezTo>
                    <a:cubicBezTo>
                      <a:pt x="39" y="273"/>
                      <a:pt x="43" y="276"/>
                      <a:pt x="43" y="281"/>
                    </a:cubicBezTo>
                    <a:cubicBezTo>
                      <a:pt x="43" y="286"/>
                      <a:pt x="39" y="290"/>
                      <a:pt x="35" y="29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6" name="Google Shape;416;p62"/>
              <p:cNvSpPr/>
              <p:nvPr/>
            </p:nvSpPr>
            <p:spPr>
              <a:xfrm>
                <a:off x="8848726" y="3594100"/>
                <a:ext cx="309563" cy="214312"/>
              </a:xfrm>
              <a:custGeom>
                <a:rect b="b" l="l" r="r" t="t"/>
                <a:pathLst>
                  <a:path extrusionOk="0" h="89" w="129">
                    <a:moveTo>
                      <a:pt x="20" y="33"/>
                    </a:moveTo>
                    <a:cubicBezTo>
                      <a:pt x="6" y="49"/>
                      <a:pt x="0" y="69"/>
                      <a:pt x="2" y="89"/>
                    </a:cubicBezTo>
                    <a:cubicBezTo>
                      <a:pt x="2" y="89"/>
                      <a:pt x="2" y="89"/>
                      <a:pt x="2" y="89"/>
                    </a:cubicBezTo>
                    <a:cubicBezTo>
                      <a:pt x="2" y="89"/>
                      <a:pt x="2" y="89"/>
                      <a:pt x="2" y="89"/>
                    </a:cubicBezTo>
                    <a:cubicBezTo>
                      <a:pt x="23" y="80"/>
                      <a:pt x="23" y="80"/>
                      <a:pt x="23" y="80"/>
                    </a:cubicBezTo>
                    <a:cubicBezTo>
                      <a:pt x="129" y="32"/>
                      <a:pt x="129" y="32"/>
                      <a:pt x="129" y="32"/>
                    </a:cubicBezTo>
                    <a:cubicBezTo>
                      <a:pt x="129" y="32"/>
                      <a:pt x="129" y="32"/>
                      <a:pt x="129" y="32"/>
                    </a:cubicBezTo>
                    <a:cubicBezTo>
                      <a:pt x="123" y="27"/>
                      <a:pt x="123" y="27"/>
                      <a:pt x="123" y="27"/>
                    </a:cubicBezTo>
                    <a:cubicBezTo>
                      <a:pt x="93" y="0"/>
                      <a:pt x="47" y="2"/>
                      <a:pt x="20" y="33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7" name="Google Shape;417;p62"/>
              <p:cNvSpPr/>
              <p:nvPr/>
            </p:nvSpPr>
            <p:spPr>
              <a:xfrm>
                <a:off x="8878888" y="3251200"/>
                <a:ext cx="206375" cy="336550"/>
              </a:xfrm>
              <a:custGeom>
                <a:rect b="b" l="l" r="r" t="t"/>
                <a:pathLst>
                  <a:path extrusionOk="0" h="140" w="86">
                    <a:moveTo>
                      <a:pt x="43" y="140"/>
                    </a:moveTo>
                    <a:cubicBezTo>
                      <a:pt x="67" y="140"/>
                      <a:pt x="86" y="120"/>
                      <a:pt x="86" y="96"/>
                    </a:cubicBezTo>
                    <a:cubicBezTo>
                      <a:pt x="86" y="48"/>
                      <a:pt x="86" y="48"/>
                      <a:pt x="86" y="48"/>
                    </a:cubicBezTo>
                    <a:cubicBezTo>
                      <a:pt x="86" y="43"/>
                      <a:pt x="86" y="43"/>
                      <a:pt x="86" y="43"/>
                    </a:cubicBezTo>
                    <a:cubicBezTo>
                      <a:pt x="86" y="19"/>
                      <a:pt x="67" y="0"/>
                      <a:pt x="43" y="0"/>
                    </a:cubicBezTo>
                    <a:cubicBezTo>
                      <a:pt x="19" y="0"/>
                      <a:pt x="0" y="19"/>
                      <a:pt x="0" y="43"/>
                    </a:cubicBezTo>
                    <a:cubicBezTo>
                      <a:pt x="0" y="48"/>
                      <a:pt x="0" y="48"/>
                      <a:pt x="0" y="48"/>
                    </a:cubicBezTo>
                    <a:cubicBezTo>
                      <a:pt x="0" y="96"/>
                      <a:pt x="0" y="96"/>
                      <a:pt x="0" y="96"/>
                    </a:cubicBezTo>
                    <a:cubicBezTo>
                      <a:pt x="0" y="120"/>
                      <a:pt x="19" y="140"/>
                      <a:pt x="43" y="14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8" name="Google Shape;418;p62"/>
              <p:cNvSpPr/>
              <p:nvPr/>
            </p:nvSpPr>
            <p:spPr>
              <a:xfrm>
                <a:off x="8869363" y="3625850"/>
                <a:ext cx="41400" cy="41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9" name="Google Shape;419;p62"/>
              <p:cNvSpPr/>
              <p:nvPr/>
            </p:nvSpPr>
            <p:spPr>
              <a:xfrm>
                <a:off x="8872538" y="3170238"/>
                <a:ext cx="39600" cy="396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0" name="Google Shape;420;p62"/>
              <p:cNvSpPr/>
              <p:nvPr/>
            </p:nvSpPr>
            <p:spPr>
              <a:xfrm>
                <a:off x="8963026" y="3170238"/>
                <a:ext cx="41400" cy="396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1" name="Google Shape;421;p62"/>
              <p:cNvSpPr/>
              <p:nvPr/>
            </p:nvSpPr>
            <p:spPr>
              <a:xfrm>
                <a:off x="9051926" y="3170238"/>
                <a:ext cx="41400" cy="396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2" name="Google Shape;422;p62"/>
              <p:cNvSpPr/>
              <p:nvPr/>
            </p:nvSpPr>
            <p:spPr>
              <a:xfrm>
                <a:off x="9009063" y="3111500"/>
                <a:ext cx="41400" cy="41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3" name="Google Shape;423;p62"/>
              <p:cNvSpPr/>
              <p:nvPr/>
            </p:nvSpPr>
            <p:spPr>
              <a:xfrm>
                <a:off x="8916988" y="3111500"/>
                <a:ext cx="41400" cy="41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4" name="Google Shape;424;p62"/>
              <p:cNvSpPr/>
              <p:nvPr/>
            </p:nvSpPr>
            <p:spPr>
              <a:xfrm>
                <a:off x="8872538" y="3054350"/>
                <a:ext cx="39600" cy="429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5" name="Google Shape;425;p62"/>
              <p:cNvSpPr/>
              <p:nvPr/>
            </p:nvSpPr>
            <p:spPr>
              <a:xfrm>
                <a:off x="8963026" y="3054350"/>
                <a:ext cx="41400" cy="429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6" name="Google Shape;426;p62"/>
              <p:cNvSpPr/>
              <p:nvPr/>
            </p:nvSpPr>
            <p:spPr>
              <a:xfrm>
                <a:off x="9051926" y="3054350"/>
                <a:ext cx="41400" cy="429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27" name="Google Shape;427;p62"/>
          <p:cNvGrpSpPr/>
          <p:nvPr/>
        </p:nvGrpSpPr>
        <p:grpSpPr>
          <a:xfrm>
            <a:off x="8133856" y="3884356"/>
            <a:ext cx="593845" cy="593845"/>
            <a:chOff x="8430781" y="544656"/>
            <a:chExt cx="593845" cy="593845"/>
          </a:xfrm>
        </p:grpSpPr>
        <p:sp>
          <p:nvSpPr>
            <p:cNvPr id="428" name="Google Shape;428;p62"/>
            <p:cNvSpPr/>
            <p:nvPr/>
          </p:nvSpPr>
          <p:spPr>
            <a:xfrm>
              <a:off x="8430781" y="544656"/>
              <a:ext cx="593845" cy="593845"/>
            </a:xfrm>
            <a:custGeom>
              <a:rect b="b" l="l" r="r" t="t"/>
              <a:pathLst>
                <a:path extrusionOk="0" h="515" w="515">
                  <a:moveTo>
                    <a:pt x="515" y="467"/>
                  </a:moveTo>
                  <a:cubicBezTo>
                    <a:pt x="515" y="494"/>
                    <a:pt x="493" y="515"/>
                    <a:pt x="467" y="515"/>
                  </a:cubicBezTo>
                  <a:cubicBezTo>
                    <a:pt x="48" y="515"/>
                    <a:pt x="48" y="515"/>
                    <a:pt x="48" y="515"/>
                  </a:cubicBezTo>
                  <a:cubicBezTo>
                    <a:pt x="22" y="515"/>
                    <a:pt x="0" y="494"/>
                    <a:pt x="0" y="467"/>
                  </a:cubicBezTo>
                  <a:cubicBezTo>
                    <a:pt x="0" y="48"/>
                    <a:pt x="0" y="48"/>
                    <a:pt x="0" y="48"/>
                  </a:cubicBezTo>
                  <a:cubicBezTo>
                    <a:pt x="0" y="22"/>
                    <a:pt x="22" y="0"/>
                    <a:pt x="48" y="0"/>
                  </a:cubicBezTo>
                  <a:cubicBezTo>
                    <a:pt x="467" y="0"/>
                    <a:pt x="467" y="0"/>
                    <a:pt x="467" y="0"/>
                  </a:cubicBezTo>
                  <a:cubicBezTo>
                    <a:pt x="493" y="0"/>
                    <a:pt x="515" y="22"/>
                    <a:pt x="515" y="48"/>
                  </a:cubicBezTo>
                  <a:lnTo>
                    <a:pt x="515" y="4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29" name="Google Shape;429;p62"/>
            <p:cNvGrpSpPr/>
            <p:nvPr/>
          </p:nvGrpSpPr>
          <p:grpSpPr>
            <a:xfrm>
              <a:off x="8547414" y="661672"/>
              <a:ext cx="360576" cy="359814"/>
              <a:chOff x="5753101" y="4460875"/>
              <a:chExt cx="750888" cy="749300"/>
            </a:xfrm>
          </p:grpSpPr>
          <p:sp>
            <p:nvSpPr>
              <p:cNvPr id="430" name="Google Shape;430;p62"/>
              <p:cNvSpPr/>
              <p:nvPr/>
            </p:nvSpPr>
            <p:spPr>
              <a:xfrm>
                <a:off x="5753101" y="4460875"/>
                <a:ext cx="750888" cy="749300"/>
              </a:xfrm>
              <a:custGeom>
                <a:rect b="b" l="l" r="r" t="t"/>
                <a:pathLst>
                  <a:path extrusionOk="0" h="312" w="313">
                    <a:moveTo>
                      <a:pt x="275" y="0"/>
                    </a:moveTo>
                    <a:cubicBezTo>
                      <a:pt x="157" y="0"/>
                      <a:pt x="157" y="0"/>
                      <a:pt x="157" y="0"/>
                    </a:cubicBezTo>
                    <a:cubicBezTo>
                      <a:pt x="39" y="0"/>
                      <a:pt x="39" y="0"/>
                      <a:pt x="39" y="0"/>
                    </a:cubicBezTo>
                    <a:cubicBezTo>
                      <a:pt x="17" y="0"/>
                      <a:pt x="0" y="18"/>
                      <a:pt x="0" y="39"/>
                    </a:cubicBezTo>
                    <a:cubicBezTo>
                      <a:pt x="0" y="273"/>
                      <a:pt x="0" y="273"/>
                      <a:pt x="0" y="273"/>
                    </a:cubicBezTo>
                    <a:cubicBezTo>
                      <a:pt x="0" y="294"/>
                      <a:pt x="17" y="311"/>
                      <a:pt x="39" y="311"/>
                    </a:cubicBezTo>
                    <a:cubicBezTo>
                      <a:pt x="157" y="311"/>
                      <a:pt x="157" y="311"/>
                      <a:pt x="157" y="311"/>
                    </a:cubicBezTo>
                    <a:cubicBezTo>
                      <a:pt x="233" y="312"/>
                      <a:pt x="233" y="312"/>
                      <a:pt x="233" y="312"/>
                    </a:cubicBezTo>
                    <a:cubicBezTo>
                      <a:pt x="234" y="271"/>
                      <a:pt x="234" y="271"/>
                      <a:pt x="234" y="271"/>
                    </a:cubicBezTo>
                    <a:cubicBezTo>
                      <a:pt x="234" y="250"/>
                      <a:pt x="252" y="232"/>
                      <a:pt x="273" y="232"/>
                    </a:cubicBezTo>
                    <a:cubicBezTo>
                      <a:pt x="313" y="232"/>
                      <a:pt x="313" y="232"/>
                      <a:pt x="313" y="232"/>
                    </a:cubicBezTo>
                    <a:cubicBezTo>
                      <a:pt x="313" y="231"/>
                      <a:pt x="313" y="231"/>
                      <a:pt x="313" y="231"/>
                    </a:cubicBezTo>
                    <a:cubicBezTo>
                      <a:pt x="313" y="39"/>
                      <a:pt x="313" y="39"/>
                      <a:pt x="313" y="39"/>
                    </a:cubicBezTo>
                    <a:cubicBezTo>
                      <a:pt x="313" y="18"/>
                      <a:pt x="296" y="0"/>
                      <a:pt x="275" y="0"/>
                    </a:cubicBezTo>
                    <a:close/>
                    <a:moveTo>
                      <a:pt x="230" y="235"/>
                    </a:moveTo>
                    <a:cubicBezTo>
                      <a:pt x="230" y="240"/>
                      <a:pt x="226" y="244"/>
                      <a:pt x="222" y="244"/>
                    </a:cubicBezTo>
                    <a:cubicBezTo>
                      <a:pt x="186" y="244"/>
                      <a:pt x="186" y="244"/>
                      <a:pt x="186" y="244"/>
                    </a:cubicBezTo>
                    <a:cubicBezTo>
                      <a:pt x="181" y="244"/>
                      <a:pt x="177" y="240"/>
                      <a:pt x="177" y="235"/>
                    </a:cubicBezTo>
                    <a:cubicBezTo>
                      <a:pt x="177" y="181"/>
                      <a:pt x="177" y="181"/>
                      <a:pt x="177" y="181"/>
                    </a:cubicBezTo>
                    <a:cubicBezTo>
                      <a:pt x="136" y="181"/>
                      <a:pt x="136" y="181"/>
                      <a:pt x="136" y="181"/>
                    </a:cubicBezTo>
                    <a:cubicBezTo>
                      <a:pt x="136" y="235"/>
                      <a:pt x="136" y="235"/>
                      <a:pt x="136" y="235"/>
                    </a:cubicBezTo>
                    <a:cubicBezTo>
                      <a:pt x="136" y="240"/>
                      <a:pt x="133" y="244"/>
                      <a:pt x="128" y="244"/>
                    </a:cubicBezTo>
                    <a:cubicBezTo>
                      <a:pt x="92" y="244"/>
                      <a:pt x="92" y="244"/>
                      <a:pt x="92" y="244"/>
                    </a:cubicBezTo>
                    <a:cubicBezTo>
                      <a:pt x="87" y="244"/>
                      <a:pt x="84" y="240"/>
                      <a:pt x="84" y="235"/>
                    </a:cubicBezTo>
                    <a:cubicBezTo>
                      <a:pt x="84" y="80"/>
                      <a:pt x="84" y="80"/>
                      <a:pt x="84" y="80"/>
                    </a:cubicBezTo>
                    <a:cubicBezTo>
                      <a:pt x="84" y="75"/>
                      <a:pt x="87" y="72"/>
                      <a:pt x="92" y="72"/>
                    </a:cubicBezTo>
                    <a:cubicBezTo>
                      <a:pt x="128" y="72"/>
                      <a:pt x="128" y="72"/>
                      <a:pt x="128" y="72"/>
                    </a:cubicBezTo>
                    <a:cubicBezTo>
                      <a:pt x="133" y="72"/>
                      <a:pt x="136" y="75"/>
                      <a:pt x="136" y="80"/>
                    </a:cubicBezTo>
                    <a:cubicBezTo>
                      <a:pt x="136" y="137"/>
                      <a:pt x="136" y="137"/>
                      <a:pt x="136" y="137"/>
                    </a:cubicBezTo>
                    <a:cubicBezTo>
                      <a:pt x="177" y="137"/>
                      <a:pt x="177" y="137"/>
                      <a:pt x="177" y="137"/>
                    </a:cubicBezTo>
                    <a:cubicBezTo>
                      <a:pt x="177" y="80"/>
                      <a:pt x="177" y="80"/>
                      <a:pt x="177" y="80"/>
                    </a:cubicBezTo>
                    <a:cubicBezTo>
                      <a:pt x="177" y="75"/>
                      <a:pt x="181" y="72"/>
                      <a:pt x="186" y="72"/>
                    </a:cubicBezTo>
                    <a:cubicBezTo>
                      <a:pt x="222" y="72"/>
                      <a:pt x="222" y="72"/>
                      <a:pt x="222" y="72"/>
                    </a:cubicBezTo>
                    <a:cubicBezTo>
                      <a:pt x="226" y="72"/>
                      <a:pt x="230" y="75"/>
                      <a:pt x="230" y="80"/>
                    </a:cubicBezTo>
                    <a:lnTo>
                      <a:pt x="230" y="235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1" name="Google Shape;431;p62"/>
              <p:cNvSpPr/>
              <p:nvPr/>
            </p:nvSpPr>
            <p:spPr>
              <a:xfrm>
                <a:off x="6311901" y="5016500"/>
                <a:ext cx="192088" cy="193675"/>
              </a:xfrm>
              <a:custGeom>
                <a:rect b="b" l="l" r="r" t="t"/>
                <a:pathLst>
                  <a:path extrusionOk="0" h="81" w="80">
                    <a:moveTo>
                      <a:pt x="0" y="39"/>
                    </a:moveTo>
                    <a:cubicBezTo>
                      <a:pt x="0" y="81"/>
                      <a:pt x="0" y="81"/>
                      <a:pt x="0" y="81"/>
                    </a:cubicBezTo>
                    <a:cubicBezTo>
                      <a:pt x="80" y="0"/>
                      <a:pt x="80" y="0"/>
                      <a:pt x="80" y="0"/>
                    </a:cubicBezTo>
                    <a:cubicBezTo>
                      <a:pt x="39" y="0"/>
                      <a:pt x="39" y="0"/>
                      <a:pt x="39" y="0"/>
                    </a:cubicBezTo>
                    <a:cubicBezTo>
                      <a:pt x="18" y="0"/>
                      <a:pt x="0" y="18"/>
                      <a:pt x="0" y="39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2" name="Google Shape;432;p62"/>
              <p:cNvSpPr/>
              <p:nvPr/>
            </p:nvSpPr>
            <p:spPr>
              <a:xfrm>
                <a:off x="5954713" y="4633913"/>
                <a:ext cx="350838" cy="414338"/>
              </a:xfrm>
              <a:custGeom>
                <a:rect b="b" l="l" r="r" t="t"/>
                <a:pathLst>
                  <a:path extrusionOk="0" h="172" w="146">
                    <a:moveTo>
                      <a:pt x="138" y="0"/>
                    </a:moveTo>
                    <a:cubicBezTo>
                      <a:pt x="102" y="0"/>
                      <a:pt x="102" y="0"/>
                      <a:pt x="102" y="0"/>
                    </a:cubicBezTo>
                    <a:cubicBezTo>
                      <a:pt x="97" y="0"/>
                      <a:pt x="93" y="3"/>
                      <a:pt x="93" y="8"/>
                    </a:cubicBezTo>
                    <a:cubicBezTo>
                      <a:pt x="93" y="65"/>
                      <a:pt x="93" y="65"/>
                      <a:pt x="93" y="65"/>
                    </a:cubicBezTo>
                    <a:cubicBezTo>
                      <a:pt x="52" y="65"/>
                      <a:pt x="52" y="65"/>
                      <a:pt x="52" y="65"/>
                    </a:cubicBezTo>
                    <a:cubicBezTo>
                      <a:pt x="52" y="8"/>
                      <a:pt x="52" y="8"/>
                      <a:pt x="52" y="8"/>
                    </a:cubicBezTo>
                    <a:cubicBezTo>
                      <a:pt x="52" y="3"/>
                      <a:pt x="49" y="0"/>
                      <a:pt x="44" y="0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3" y="0"/>
                      <a:pt x="0" y="3"/>
                      <a:pt x="0" y="8"/>
                    </a:cubicBezTo>
                    <a:cubicBezTo>
                      <a:pt x="0" y="163"/>
                      <a:pt x="0" y="163"/>
                      <a:pt x="0" y="163"/>
                    </a:cubicBezTo>
                    <a:cubicBezTo>
                      <a:pt x="0" y="168"/>
                      <a:pt x="3" y="172"/>
                      <a:pt x="8" y="172"/>
                    </a:cubicBezTo>
                    <a:cubicBezTo>
                      <a:pt x="44" y="172"/>
                      <a:pt x="44" y="172"/>
                      <a:pt x="44" y="172"/>
                    </a:cubicBezTo>
                    <a:cubicBezTo>
                      <a:pt x="49" y="172"/>
                      <a:pt x="52" y="168"/>
                      <a:pt x="52" y="163"/>
                    </a:cubicBezTo>
                    <a:cubicBezTo>
                      <a:pt x="52" y="109"/>
                      <a:pt x="52" y="109"/>
                      <a:pt x="52" y="109"/>
                    </a:cubicBezTo>
                    <a:cubicBezTo>
                      <a:pt x="93" y="109"/>
                      <a:pt x="93" y="109"/>
                      <a:pt x="93" y="109"/>
                    </a:cubicBezTo>
                    <a:cubicBezTo>
                      <a:pt x="93" y="163"/>
                      <a:pt x="93" y="163"/>
                      <a:pt x="93" y="163"/>
                    </a:cubicBezTo>
                    <a:cubicBezTo>
                      <a:pt x="93" y="168"/>
                      <a:pt x="97" y="172"/>
                      <a:pt x="102" y="172"/>
                    </a:cubicBezTo>
                    <a:cubicBezTo>
                      <a:pt x="138" y="172"/>
                      <a:pt x="138" y="172"/>
                      <a:pt x="138" y="172"/>
                    </a:cubicBezTo>
                    <a:cubicBezTo>
                      <a:pt x="142" y="172"/>
                      <a:pt x="146" y="168"/>
                      <a:pt x="146" y="163"/>
                    </a:cubicBezTo>
                    <a:cubicBezTo>
                      <a:pt x="146" y="8"/>
                      <a:pt x="146" y="8"/>
                      <a:pt x="146" y="8"/>
                    </a:cubicBezTo>
                    <a:cubicBezTo>
                      <a:pt x="146" y="3"/>
                      <a:pt x="142" y="0"/>
                      <a:pt x="13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theme" Target="../theme/theme3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50.xml"/><Relationship Id="rId22" Type="http://schemas.openxmlformats.org/officeDocument/2006/relationships/slideLayout" Target="../slideLayouts/slideLayout52.xml"/><Relationship Id="rId21" Type="http://schemas.openxmlformats.org/officeDocument/2006/relationships/slideLayout" Target="../slideLayouts/slideLayout51.xml"/><Relationship Id="rId24" Type="http://schemas.openxmlformats.org/officeDocument/2006/relationships/slideLayout" Target="../slideLayouts/slideLayout54.xml"/><Relationship Id="rId23" Type="http://schemas.openxmlformats.org/officeDocument/2006/relationships/slideLayout" Target="../slideLayouts/slideLayout53.xml"/><Relationship Id="rId1" Type="http://schemas.openxmlformats.org/officeDocument/2006/relationships/slideLayout" Target="../slideLayouts/slideLayout31.xml"/><Relationship Id="rId2" Type="http://schemas.openxmlformats.org/officeDocument/2006/relationships/slideLayout" Target="../slideLayouts/slideLayout32.xml"/><Relationship Id="rId3" Type="http://schemas.openxmlformats.org/officeDocument/2006/relationships/slideLayout" Target="../slideLayouts/slideLayout33.xml"/><Relationship Id="rId4" Type="http://schemas.openxmlformats.org/officeDocument/2006/relationships/slideLayout" Target="../slideLayouts/slideLayout34.xml"/><Relationship Id="rId9" Type="http://schemas.openxmlformats.org/officeDocument/2006/relationships/slideLayout" Target="../slideLayouts/slideLayout39.xml"/><Relationship Id="rId26" Type="http://schemas.openxmlformats.org/officeDocument/2006/relationships/slideLayout" Target="../slideLayouts/slideLayout56.xml"/><Relationship Id="rId25" Type="http://schemas.openxmlformats.org/officeDocument/2006/relationships/slideLayout" Target="../slideLayouts/slideLayout55.xml"/><Relationship Id="rId28" Type="http://schemas.openxmlformats.org/officeDocument/2006/relationships/slideLayout" Target="../slideLayouts/slideLayout58.xml"/><Relationship Id="rId27" Type="http://schemas.openxmlformats.org/officeDocument/2006/relationships/slideLayout" Target="../slideLayouts/slideLayout57.xml"/><Relationship Id="rId5" Type="http://schemas.openxmlformats.org/officeDocument/2006/relationships/slideLayout" Target="../slideLayouts/slideLayout35.xml"/><Relationship Id="rId6" Type="http://schemas.openxmlformats.org/officeDocument/2006/relationships/slideLayout" Target="../slideLayouts/slideLayout36.xml"/><Relationship Id="rId29" Type="http://schemas.openxmlformats.org/officeDocument/2006/relationships/slideLayout" Target="../slideLayouts/slideLayout59.xml"/><Relationship Id="rId7" Type="http://schemas.openxmlformats.org/officeDocument/2006/relationships/slideLayout" Target="../slideLayouts/slideLayout37.xml"/><Relationship Id="rId8" Type="http://schemas.openxmlformats.org/officeDocument/2006/relationships/slideLayout" Target="../slideLayouts/slideLayout38.xml"/><Relationship Id="rId31" Type="http://schemas.openxmlformats.org/officeDocument/2006/relationships/theme" Target="../theme/theme2.xml"/><Relationship Id="rId30" Type="http://schemas.openxmlformats.org/officeDocument/2006/relationships/slideLayout" Target="../slideLayouts/slideLayout60.xml"/><Relationship Id="rId11" Type="http://schemas.openxmlformats.org/officeDocument/2006/relationships/slideLayout" Target="../slideLayouts/slideLayout41.xml"/><Relationship Id="rId10" Type="http://schemas.openxmlformats.org/officeDocument/2006/relationships/slideLayout" Target="../slideLayouts/slideLayout40.xml"/><Relationship Id="rId13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2.xml"/><Relationship Id="rId15" Type="http://schemas.openxmlformats.org/officeDocument/2006/relationships/slideLayout" Target="../slideLayouts/slideLayout45.xml"/><Relationship Id="rId14" Type="http://schemas.openxmlformats.org/officeDocument/2006/relationships/slideLayout" Target="../slideLayouts/slideLayout44.xml"/><Relationship Id="rId17" Type="http://schemas.openxmlformats.org/officeDocument/2006/relationships/slideLayout" Target="../slideLayouts/slideLayout47.xml"/><Relationship Id="rId16" Type="http://schemas.openxmlformats.org/officeDocument/2006/relationships/slideLayout" Target="../slideLayouts/slideLayout46.xml"/><Relationship Id="rId19" Type="http://schemas.openxmlformats.org/officeDocument/2006/relationships/slideLayout" Target="../slideLayouts/slideLayout49.xml"/><Relationship Id="rId18" Type="http://schemas.openxmlformats.org/officeDocument/2006/relationships/slideLayout" Target="../slideLayouts/slideLayout4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b="1" sz="3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b="1" sz="35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b="1" sz="35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b="1" sz="35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b="1" sz="35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b="1" sz="35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b="1" sz="35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b="1" sz="35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b="1" sz="35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●"/>
              <a:def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■"/>
              <a:def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●"/>
              <a:def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■"/>
              <a:def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●"/>
              <a:def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■"/>
              <a:def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449">
          <p15:clr>
            <a:srgbClr val="EA4335"/>
          </p15:clr>
        </p15:guide>
        <p15:guide id="2" pos="5311">
          <p15:clr>
            <a:srgbClr val="EA4335"/>
          </p15:clr>
        </p15:guide>
        <p15:guide id="3" orient="horz" pos="340">
          <p15:clr>
            <a:srgbClr val="EA4335"/>
          </p15:clr>
        </p15:guide>
        <p15:guide id="4" orient="horz" pos="2900">
          <p15:clr>
            <a:srgbClr val="EA4335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2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b="1" sz="3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b="1" sz="35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b="1" sz="35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b="1" sz="35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b="1" sz="35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b="1" sz="35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b="1" sz="35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b="1" sz="35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b="1" sz="35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21" name="Google Shape;221;p32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●"/>
              <a:def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■"/>
              <a:def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●"/>
              <a:def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■"/>
              <a:def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●"/>
              <a:def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■"/>
              <a:def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  <p:sldLayoutId id="2147483694" r:id="rId17"/>
    <p:sldLayoutId id="2147483695" r:id="rId18"/>
    <p:sldLayoutId id="2147483696" r:id="rId19"/>
    <p:sldLayoutId id="2147483697" r:id="rId20"/>
    <p:sldLayoutId id="2147483698" r:id="rId21"/>
    <p:sldLayoutId id="2147483699" r:id="rId22"/>
    <p:sldLayoutId id="2147483700" r:id="rId23"/>
    <p:sldLayoutId id="2147483701" r:id="rId24"/>
    <p:sldLayoutId id="2147483702" r:id="rId25"/>
    <p:sldLayoutId id="2147483703" r:id="rId26"/>
    <p:sldLayoutId id="2147483704" r:id="rId27"/>
    <p:sldLayoutId id="2147483705" r:id="rId28"/>
    <p:sldLayoutId id="2147483706" r:id="rId29"/>
    <p:sldLayoutId id="2147483707" r:id="rId30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449">
          <p15:clr>
            <a:srgbClr val="EA4335"/>
          </p15:clr>
        </p15:guide>
        <p15:guide id="2" pos="5311">
          <p15:clr>
            <a:srgbClr val="EA4335"/>
          </p15:clr>
        </p15:guide>
        <p15:guide id="3" orient="horz" pos="340">
          <p15:clr>
            <a:srgbClr val="EA4335"/>
          </p15:clr>
        </p15:guide>
        <p15:guide id="4" orient="horz" pos="2900">
          <p15:clr>
            <a:srgbClr val="EA4335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63"/>
          <p:cNvSpPr txBox="1"/>
          <p:nvPr>
            <p:ph type="ctrTitle"/>
          </p:nvPr>
        </p:nvSpPr>
        <p:spPr>
          <a:xfrm>
            <a:off x="3534650" y="1425075"/>
            <a:ext cx="5048400" cy="214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Otimização de Armazenamento e Consulta</a:t>
            </a:r>
            <a:endParaRPr sz="3600"/>
          </a:p>
        </p:txBody>
      </p:sp>
      <p:sp>
        <p:nvSpPr>
          <p:cNvPr id="438" name="Google Shape;438;p63"/>
          <p:cNvSpPr txBox="1"/>
          <p:nvPr>
            <p:ph idx="1" type="subTitle"/>
          </p:nvPr>
        </p:nvSpPr>
        <p:spPr>
          <a:xfrm>
            <a:off x="3534650" y="3610663"/>
            <a:ext cx="5048400" cy="4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COLLECTION E STORAGE</a:t>
            </a:r>
            <a:endParaRPr/>
          </a:p>
        </p:txBody>
      </p:sp>
      <p:sp>
        <p:nvSpPr>
          <p:cNvPr id="439" name="Google Shape;439;p63"/>
          <p:cNvSpPr txBox="1"/>
          <p:nvPr>
            <p:ph idx="1" type="subTitle"/>
          </p:nvPr>
        </p:nvSpPr>
        <p:spPr>
          <a:xfrm>
            <a:off x="6931200" y="0"/>
            <a:ext cx="2212800" cy="30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UNIVERSIDADE PRESBITERIANA MACKENZIE</a:t>
            </a:r>
            <a:endParaRPr sz="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40" name="Google Shape;440;p63"/>
          <p:cNvSpPr txBox="1"/>
          <p:nvPr/>
        </p:nvSpPr>
        <p:spPr>
          <a:xfrm>
            <a:off x="140400" y="1370850"/>
            <a:ext cx="2882100" cy="24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CAROLINE MOREIRA DE SOUSA LIMA </a:t>
            </a:r>
            <a:endParaRPr sz="1000">
              <a:solidFill>
                <a:srgbClr val="FFFFFF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RA 10749651 </a:t>
            </a:r>
            <a:endParaRPr sz="10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GUILHERME GONÇALVES DE MORAES</a:t>
            </a:r>
            <a:r>
              <a:rPr lang="en" sz="1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br>
              <a:rPr lang="en" sz="1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" sz="1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RA 10748899 </a:t>
            </a:r>
            <a:endParaRPr sz="10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MARCELO HENRIQUE FRANCO DA SILVA </a:t>
            </a:r>
            <a:endParaRPr sz="1000">
              <a:solidFill>
                <a:srgbClr val="FFFFFF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RA 10748813 </a:t>
            </a:r>
            <a:endParaRPr sz="10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MURILLO ANTÔNIO FERREIRA NARDI </a:t>
            </a:r>
            <a:endParaRPr sz="1000">
              <a:solidFill>
                <a:srgbClr val="FFFFFF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RA 10749590</a:t>
            </a:r>
            <a:endParaRPr sz="10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64"/>
          <p:cNvSpPr txBox="1"/>
          <p:nvPr>
            <p:ph type="title"/>
          </p:nvPr>
        </p:nvSpPr>
        <p:spPr>
          <a:xfrm>
            <a:off x="297425" y="253150"/>
            <a:ext cx="7678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Introdução</a:t>
            </a:r>
            <a:endParaRPr sz="2400"/>
          </a:p>
        </p:txBody>
      </p:sp>
      <p:sp>
        <p:nvSpPr>
          <p:cNvPr id="446" name="Google Shape;446;p64"/>
          <p:cNvSpPr txBox="1"/>
          <p:nvPr/>
        </p:nvSpPr>
        <p:spPr>
          <a:xfrm>
            <a:off x="297425" y="716775"/>
            <a:ext cx="8359800" cy="824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191919"/>
                </a:solidFill>
                <a:latin typeface="Lexend"/>
                <a:ea typeface="Lexend"/>
                <a:cs typeface="Lexend"/>
                <a:sym typeface="Lexend"/>
              </a:rPr>
              <a:t>O objetivo é demonstrar as possibilidades de otimização de custos e performance de leitura e gravação de arquivos utilizando Apache Spark e Iceberg a partir de uma base com grande volume de dados.</a:t>
            </a:r>
            <a:endParaRPr sz="1300">
              <a:solidFill>
                <a:srgbClr val="19191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7" name="Google Shape;447;p64"/>
          <p:cNvSpPr txBox="1"/>
          <p:nvPr/>
        </p:nvSpPr>
        <p:spPr>
          <a:xfrm>
            <a:off x="713225" y="1540883"/>
            <a:ext cx="2585400" cy="4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  <a:highlight>
                  <a:srgbClr val="901518"/>
                </a:highlight>
                <a:latin typeface="Lexend"/>
                <a:ea typeface="Lexend"/>
                <a:cs typeface="Lexend"/>
                <a:sym typeface="Lexend"/>
              </a:rPr>
              <a:t>Base Utilizada</a:t>
            </a:r>
            <a:endParaRPr sz="1600">
              <a:solidFill>
                <a:srgbClr val="19191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8" name="Google Shape;448;p64"/>
          <p:cNvSpPr txBox="1"/>
          <p:nvPr/>
        </p:nvSpPr>
        <p:spPr>
          <a:xfrm>
            <a:off x="693875" y="2120900"/>
            <a:ext cx="2624100" cy="28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91919"/>
                </a:solidFill>
                <a:latin typeface="Lexend"/>
                <a:ea typeface="Lexend"/>
                <a:cs typeface="Lexend"/>
                <a:sym typeface="Lexend"/>
              </a:rPr>
              <a:t>Chicago Crime Dataset</a:t>
            </a:r>
            <a:endParaRPr>
              <a:solidFill>
                <a:srgbClr val="19191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9191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91919"/>
                </a:solidFill>
                <a:latin typeface="Lexend"/>
                <a:ea typeface="Lexend"/>
                <a:cs typeface="Lexend"/>
                <a:sym typeface="Lexend"/>
              </a:rPr>
              <a:t>Base com quase 2 GB de tamanho, permitindo trabalharmos com algumas maneiras de otimizar a escrita e leitura de dados com técnicas de particionamento e compressão.</a:t>
            </a:r>
            <a:endParaRPr>
              <a:solidFill>
                <a:srgbClr val="19191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9" name="Google Shape;449;p64"/>
          <p:cNvSpPr txBox="1"/>
          <p:nvPr/>
        </p:nvSpPr>
        <p:spPr>
          <a:xfrm>
            <a:off x="5390525" y="1540883"/>
            <a:ext cx="2585400" cy="4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  <a:highlight>
                  <a:srgbClr val="901518"/>
                </a:highlight>
                <a:latin typeface="Lexend"/>
                <a:ea typeface="Lexend"/>
                <a:cs typeface="Lexend"/>
                <a:sym typeface="Lexend"/>
              </a:rPr>
              <a:t>Metodologia</a:t>
            </a:r>
            <a:endParaRPr sz="1600">
              <a:solidFill>
                <a:srgbClr val="19191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0" name="Google Shape;450;p64"/>
          <p:cNvSpPr txBox="1"/>
          <p:nvPr/>
        </p:nvSpPr>
        <p:spPr>
          <a:xfrm>
            <a:off x="5371175" y="2120897"/>
            <a:ext cx="2624100" cy="270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91919"/>
                </a:solidFill>
                <a:latin typeface="Lexend"/>
                <a:ea typeface="Lexend"/>
                <a:cs typeface="Lexend"/>
                <a:sym typeface="Lexend"/>
              </a:rPr>
              <a:t>Criação de um notebook no Google Colab integrado ao Kaggle para consumo da base, carregamento da biblioteca SparkSession para criar a sessão com Iceberg e biblioteca Pandas para apoio na definição das políticas de Life Cycle.</a:t>
            </a:r>
            <a:endParaRPr>
              <a:solidFill>
                <a:srgbClr val="19191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65"/>
          <p:cNvSpPr txBox="1"/>
          <p:nvPr>
            <p:ph type="title"/>
          </p:nvPr>
        </p:nvSpPr>
        <p:spPr>
          <a:xfrm>
            <a:off x="297425" y="253150"/>
            <a:ext cx="7678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Preparação da Base</a:t>
            </a:r>
            <a:endParaRPr sz="2400"/>
          </a:p>
        </p:txBody>
      </p:sp>
      <p:sp>
        <p:nvSpPr>
          <p:cNvPr id="456" name="Google Shape;456;p65"/>
          <p:cNvSpPr/>
          <p:nvPr/>
        </p:nvSpPr>
        <p:spPr>
          <a:xfrm>
            <a:off x="688313" y="1031601"/>
            <a:ext cx="3786900" cy="15810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Importação de Bibliotecas</a:t>
            </a:r>
            <a:endParaRPr b="1" sz="12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SparkSession para iniciar a sessão com Iceberg</a:t>
            </a:r>
            <a:endParaRPr sz="11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Shutil e OS para deleção e reconfiguração de pastas</a:t>
            </a:r>
            <a:endParaRPr sz="11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KaggleHub para consumo de base via Kaggle</a:t>
            </a:r>
            <a:endParaRPr sz="11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Pandas para preparo da base para life cycle</a:t>
            </a:r>
            <a:endParaRPr sz="11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Matplotlib para criação de gráficos</a:t>
            </a:r>
            <a:endParaRPr sz="11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7" name="Google Shape;457;p65"/>
          <p:cNvSpPr/>
          <p:nvPr/>
        </p:nvSpPr>
        <p:spPr>
          <a:xfrm>
            <a:off x="4668788" y="1031601"/>
            <a:ext cx="3786900" cy="15810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Deleção prévia de pastas</a:t>
            </a:r>
            <a:endParaRPr b="1" sz="12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Como o estudo roda em um notebook do Colab e o código cria pastas para armazenar a base e os arquivos particionados e comprimidos, adotamos uma estratégia de deleção prévia de arquivos para que o ambiente seja executado sempre em uma versão “limpa”</a:t>
            </a:r>
            <a:endParaRPr sz="11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8" name="Google Shape;458;p65"/>
          <p:cNvSpPr/>
          <p:nvPr/>
        </p:nvSpPr>
        <p:spPr>
          <a:xfrm>
            <a:off x="688313" y="2818344"/>
            <a:ext cx="3786900" cy="15810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Criação de view particionada</a:t>
            </a:r>
            <a:endParaRPr b="1" sz="12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Para podermos aplicar as devidas transformações de formato da base e recriarmos a tabela nos formatos Parquet e ORC, precisamos quebrar a base original em partições menores de até 128 MB. Isso permite ganharmos performance e otimizarmos o trabalho de compressão no ambiente do Colab.</a:t>
            </a:r>
            <a:endParaRPr sz="11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59" name="Google Shape;459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96911" y="3349075"/>
            <a:ext cx="2530675" cy="5195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60" name="Google Shape;460;p65"/>
          <p:cNvCxnSpPr>
            <a:stCxn id="458" idx="3"/>
          </p:cNvCxnSpPr>
          <p:nvPr/>
        </p:nvCxnSpPr>
        <p:spPr>
          <a:xfrm flipH="1" rot="10800000">
            <a:off x="4475213" y="3607044"/>
            <a:ext cx="685500" cy="18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66"/>
          <p:cNvSpPr txBox="1"/>
          <p:nvPr>
            <p:ph type="title"/>
          </p:nvPr>
        </p:nvSpPr>
        <p:spPr>
          <a:xfrm>
            <a:off x="297425" y="253150"/>
            <a:ext cx="7678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Comparativo de Performance entre Formatos</a:t>
            </a:r>
            <a:endParaRPr sz="2400"/>
          </a:p>
        </p:txBody>
      </p:sp>
      <p:sp>
        <p:nvSpPr>
          <p:cNvPr id="466" name="Google Shape;466;p66"/>
          <p:cNvSpPr txBox="1"/>
          <p:nvPr/>
        </p:nvSpPr>
        <p:spPr>
          <a:xfrm>
            <a:off x="358175" y="974975"/>
            <a:ext cx="78804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Ao aplicar as devidas conversões de formato e aplicar as metodologias de compressão devidas, conseguimos economizar 68,8% de espaço em disco com o formato Parquet e 69,6% com o formato ORC, sendo o ganho de economia de espaço 2,5% maior no formato ORC.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No entanto, em questão de performance de leitura dos arquivos, foram realizados três testes distintos utilizando o spark.sql e em todos eles o formato Parquet se mostrou ser mais rápido.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467" name="Google Shape;467;p66"/>
          <p:cNvGraphicFramePr/>
          <p:nvPr/>
        </p:nvGraphicFramePr>
        <p:xfrm>
          <a:off x="358150" y="3074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{4BA2B5ED-4D08-466D-BFF1-EB1FA4852619}</a:tableStyleId>
              </a:tblPr>
              <a:tblGrid>
                <a:gridCol w="759600"/>
                <a:gridCol w="951275"/>
                <a:gridCol w="1225850"/>
                <a:gridCol w="1372125"/>
                <a:gridCol w="1672550"/>
                <a:gridCol w="1899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Formato</a:t>
                      </a:r>
                      <a:endParaRPr b="1" sz="1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Tamanho</a:t>
                      </a:r>
                      <a:endParaRPr b="1" sz="1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Tx. Compressão</a:t>
                      </a:r>
                      <a:endParaRPr b="1" sz="1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Teste </a:t>
                      </a:r>
                      <a:r>
                        <a:rPr b="1" lang="en" sz="1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Agr. Simples</a:t>
                      </a:r>
                      <a:endParaRPr b="1" sz="1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Teste Agr. com WHERE</a:t>
                      </a:r>
                      <a:endParaRPr b="1" sz="1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Teste Agr. com DISTINCT</a:t>
                      </a:r>
                      <a:endParaRPr b="1" sz="1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Lexend Light"/>
                          <a:ea typeface="Lexend Light"/>
                          <a:cs typeface="Lexend Light"/>
                          <a:sym typeface="Lexend Light"/>
                        </a:rPr>
                        <a:t>Parquet</a:t>
                      </a:r>
                      <a:endParaRPr sz="1000">
                        <a:latin typeface="Lexend Light"/>
                        <a:ea typeface="Lexend Light"/>
                        <a:cs typeface="Lexend Light"/>
                        <a:sym typeface="Lexend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Lexend Light"/>
                          <a:ea typeface="Lexend Light"/>
                          <a:cs typeface="Lexend Light"/>
                          <a:sym typeface="Lexend Light"/>
                        </a:rPr>
                        <a:t>598.05 MB</a:t>
                      </a:r>
                      <a:endParaRPr sz="1000">
                        <a:latin typeface="Lexend Light"/>
                        <a:ea typeface="Lexend Light"/>
                        <a:cs typeface="Lexend Light"/>
                        <a:sym typeface="Lexend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Lexend Light"/>
                          <a:ea typeface="Lexend Light"/>
                          <a:cs typeface="Lexend Light"/>
                          <a:sym typeface="Lexend Light"/>
                        </a:rPr>
                        <a:t>68,8%</a:t>
                      </a:r>
                      <a:endParaRPr sz="1000">
                        <a:latin typeface="Lexend Light"/>
                        <a:ea typeface="Lexend Light"/>
                        <a:cs typeface="Lexend Light"/>
                        <a:sym typeface="Lexend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1.4299 s</a:t>
                      </a:r>
                      <a:endParaRPr b="1" sz="1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1.7607 s</a:t>
                      </a:r>
                      <a:endParaRPr b="1" sz="1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9.4272 s</a:t>
                      </a:r>
                      <a:endParaRPr b="1" sz="1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Lexend Light"/>
                          <a:ea typeface="Lexend Light"/>
                          <a:cs typeface="Lexend Light"/>
                          <a:sym typeface="Lexend Light"/>
                        </a:rPr>
                        <a:t>ORC</a:t>
                      </a:r>
                      <a:endParaRPr sz="1000">
                        <a:latin typeface="Lexend Light"/>
                        <a:ea typeface="Lexend Light"/>
                        <a:cs typeface="Lexend Light"/>
                        <a:sym typeface="Lexend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583.49 MB</a:t>
                      </a:r>
                      <a:endParaRPr b="1" sz="1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69,6%</a:t>
                      </a:r>
                      <a:endParaRPr b="1" sz="1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Lexend Light"/>
                          <a:ea typeface="Lexend Light"/>
                          <a:cs typeface="Lexend Light"/>
                          <a:sym typeface="Lexend Light"/>
                        </a:rPr>
                        <a:t>4.5508 s</a:t>
                      </a:r>
                      <a:endParaRPr sz="1000">
                        <a:latin typeface="Lexend Light"/>
                        <a:ea typeface="Lexend Light"/>
                        <a:cs typeface="Lexend Light"/>
                        <a:sym typeface="Lexend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Lexend Light"/>
                          <a:ea typeface="Lexend Light"/>
                          <a:cs typeface="Lexend Light"/>
                          <a:sym typeface="Lexend Light"/>
                        </a:rPr>
                        <a:t>4.4684</a:t>
                      </a:r>
                      <a:endParaRPr sz="1000">
                        <a:latin typeface="Lexend Light"/>
                        <a:ea typeface="Lexend Light"/>
                        <a:cs typeface="Lexend Light"/>
                        <a:sym typeface="Lexend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Lexend Light"/>
                          <a:ea typeface="Lexend Light"/>
                          <a:cs typeface="Lexend Light"/>
                          <a:sym typeface="Lexend Light"/>
                        </a:rPr>
                        <a:t>12.3001</a:t>
                      </a:r>
                      <a:endParaRPr sz="1000">
                        <a:latin typeface="Lexend Light"/>
                        <a:ea typeface="Lexend Light"/>
                        <a:cs typeface="Lexend Light"/>
                        <a:sym typeface="Lexend Light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67"/>
          <p:cNvSpPr txBox="1"/>
          <p:nvPr>
            <p:ph type="title"/>
          </p:nvPr>
        </p:nvSpPr>
        <p:spPr>
          <a:xfrm>
            <a:off x="297425" y="253150"/>
            <a:ext cx="7678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Performance de Escrita por Formato</a:t>
            </a:r>
            <a:endParaRPr sz="2400"/>
          </a:p>
        </p:txBody>
      </p:sp>
      <p:pic>
        <p:nvPicPr>
          <p:cNvPr id="473" name="Google Shape;473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11450" y="1752425"/>
            <a:ext cx="4121100" cy="3189825"/>
          </a:xfrm>
          <a:prstGeom prst="rect">
            <a:avLst/>
          </a:prstGeom>
          <a:noFill/>
          <a:ln>
            <a:noFill/>
          </a:ln>
        </p:spPr>
      </p:pic>
      <p:sp>
        <p:nvSpPr>
          <p:cNvPr id="474" name="Google Shape;474;p67"/>
          <p:cNvSpPr txBox="1"/>
          <p:nvPr/>
        </p:nvSpPr>
        <p:spPr>
          <a:xfrm>
            <a:off x="358175" y="974975"/>
            <a:ext cx="7880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O formato Parquet apresentou performance de escrita 9,5% mais rápida em comparação com o formato ORC.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68"/>
          <p:cNvSpPr txBox="1"/>
          <p:nvPr>
            <p:ph type="title"/>
          </p:nvPr>
        </p:nvSpPr>
        <p:spPr>
          <a:xfrm>
            <a:off x="297425" y="253150"/>
            <a:ext cx="7678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Espaço Ocupado em Disco</a:t>
            </a:r>
            <a:endParaRPr sz="2400"/>
          </a:p>
        </p:txBody>
      </p:sp>
      <p:sp>
        <p:nvSpPr>
          <p:cNvPr id="480" name="Google Shape;480;p68"/>
          <p:cNvSpPr txBox="1"/>
          <p:nvPr/>
        </p:nvSpPr>
        <p:spPr>
          <a:xfrm>
            <a:off x="358175" y="974975"/>
            <a:ext cx="7880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Ambos os formatos obtiveram boa performance em questão de otimização de espaço em disco, com o formato ORC sendo ligeiramente mais otimizado.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81" name="Google Shape;481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06575" y="1704525"/>
            <a:ext cx="4330834" cy="324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69"/>
          <p:cNvSpPr txBox="1"/>
          <p:nvPr>
            <p:ph type="title"/>
          </p:nvPr>
        </p:nvSpPr>
        <p:spPr>
          <a:xfrm>
            <a:off x="297425" y="253150"/>
            <a:ext cx="7678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Performance de Leitura (COUNT *)</a:t>
            </a:r>
            <a:endParaRPr sz="2400"/>
          </a:p>
        </p:txBody>
      </p:sp>
      <p:sp>
        <p:nvSpPr>
          <p:cNvPr id="487" name="Google Shape;487;p69"/>
          <p:cNvSpPr txBox="1"/>
          <p:nvPr/>
        </p:nvSpPr>
        <p:spPr>
          <a:xfrm>
            <a:off x="358175" y="974975"/>
            <a:ext cx="7880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O formato Parquet foi 73,7% mais rápido que o formato ORC ao consultar os dados utilizando uma agregação simples em SQL.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88" name="Google Shape;488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03650" y="1739700"/>
            <a:ext cx="4136693" cy="324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70"/>
          <p:cNvSpPr txBox="1"/>
          <p:nvPr>
            <p:ph type="title"/>
          </p:nvPr>
        </p:nvSpPr>
        <p:spPr>
          <a:xfrm>
            <a:off x="297425" y="253150"/>
            <a:ext cx="7678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Performance de Leitura com WHERE</a:t>
            </a:r>
            <a:endParaRPr sz="2400"/>
          </a:p>
        </p:txBody>
      </p:sp>
      <p:sp>
        <p:nvSpPr>
          <p:cNvPr id="494" name="Google Shape;494;p70"/>
          <p:cNvSpPr txBox="1"/>
          <p:nvPr/>
        </p:nvSpPr>
        <p:spPr>
          <a:xfrm>
            <a:off x="358175" y="974975"/>
            <a:ext cx="7880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O formato Parquet foi 60,6% mais rápido que o formato ORC ao consultar os dados utilizando uma agregação com a função WHERE em SQL.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95" name="Google Shape;495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03650" y="1739700"/>
            <a:ext cx="4136693" cy="324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71"/>
          <p:cNvSpPr txBox="1"/>
          <p:nvPr>
            <p:ph type="title"/>
          </p:nvPr>
        </p:nvSpPr>
        <p:spPr>
          <a:xfrm>
            <a:off x="297425" y="253150"/>
            <a:ext cx="7678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Política de Ciclo de Vida</a:t>
            </a:r>
            <a:endParaRPr sz="2400"/>
          </a:p>
        </p:txBody>
      </p:sp>
      <p:sp>
        <p:nvSpPr>
          <p:cNvPr id="501" name="Google Shape;501;p71"/>
          <p:cNvSpPr/>
          <p:nvPr/>
        </p:nvSpPr>
        <p:spPr>
          <a:xfrm>
            <a:off x="293075" y="1593150"/>
            <a:ext cx="2483100" cy="25998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&gt; Reduzir custos de armazenamento dos arquivos ao definir políticas de transição entre camadas.</a:t>
            </a:r>
            <a:endParaRPr sz="11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&gt; Possibilitar alta performance de leitura para arquivos mais recentes e com maior frequência de acesso.</a:t>
            </a:r>
            <a:endParaRPr sz="11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&gt; Garantir acesso a dados históricos quando a consulta for necessária.</a:t>
            </a:r>
            <a:endParaRPr sz="11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2" name="Google Shape;502;p71"/>
          <p:cNvSpPr txBox="1"/>
          <p:nvPr/>
        </p:nvSpPr>
        <p:spPr>
          <a:xfrm>
            <a:off x="241925" y="1109533"/>
            <a:ext cx="2585400" cy="4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  <a:highlight>
                  <a:srgbClr val="901518"/>
                </a:highlight>
                <a:latin typeface="Lexend"/>
                <a:ea typeface="Lexend"/>
                <a:cs typeface="Lexend"/>
                <a:sym typeface="Lexend"/>
              </a:rPr>
              <a:t>Objetivos</a:t>
            </a:r>
            <a:endParaRPr sz="1600">
              <a:solidFill>
                <a:srgbClr val="19191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3" name="Google Shape;503;p71"/>
          <p:cNvSpPr txBox="1"/>
          <p:nvPr/>
        </p:nvSpPr>
        <p:spPr>
          <a:xfrm>
            <a:off x="3130900" y="1109525"/>
            <a:ext cx="2670600" cy="4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  <a:highlight>
                  <a:srgbClr val="901518"/>
                </a:highlight>
                <a:latin typeface="Lexend"/>
                <a:ea typeface="Lexend"/>
                <a:cs typeface="Lexend"/>
                <a:sym typeface="Lexend"/>
              </a:rPr>
              <a:t>Critério de segmentação</a:t>
            </a:r>
            <a:endParaRPr sz="1600">
              <a:solidFill>
                <a:srgbClr val="19191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4" name="Google Shape;504;p71"/>
          <p:cNvSpPr/>
          <p:nvPr/>
        </p:nvSpPr>
        <p:spPr>
          <a:xfrm>
            <a:off x="3224650" y="1593150"/>
            <a:ext cx="2483100" cy="25998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 separação dos dados foi feita com base no tempo desde o evento (data do registro). O campo da base utilizado foi a coluna “date”, que corresponde à data da ocorrência do incidente na base.</a:t>
            </a:r>
            <a:endParaRPr sz="11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Com isso, definimos como métrica a ser empregada na política de ciclo de vida a diferença em meses em relação à data atual.</a:t>
            </a:r>
            <a:endParaRPr sz="11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5" name="Google Shape;505;p71"/>
          <p:cNvSpPr txBox="1"/>
          <p:nvPr/>
        </p:nvSpPr>
        <p:spPr>
          <a:xfrm>
            <a:off x="6105075" y="1109533"/>
            <a:ext cx="2585400" cy="4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  <a:highlight>
                  <a:srgbClr val="901518"/>
                </a:highlight>
                <a:latin typeface="Lexend"/>
                <a:ea typeface="Lexend"/>
                <a:cs typeface="Lexend"/>
                <a:sym typeface="Lexend"/>
              </a:rPr>
              <a:t>Armazenamento</a:t>
            </a:r>
            <a:endParaRPr sz="1600">
              <a:solidFill>
                <a:srgbClr val="19191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6" name="Google Shape;506;p71"/>
          <p:cNvSpPr/>
          <p:nvPr/>
        </p:nvSpPr>
        <p:spPr>
          <a:xfrm>
            <a:off x="6156225" y="1593150"/>
            <a:ext cx="2483100" cy="25998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Todos os dados foram armazenados em:</a:t>
            </a:r>
            <a:endParaRPr sz="11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&gt; Formato: Parquet</a:t>
            </a:r>
            <a:endParaRPr sz="11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&gt; Compressão: Snappy</a:t>
            </a:r>
            <a:endParaRPr sz="11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&gt; Particionamento por ano e mês</a:t>
            </a:r>
            <a:endParaRPr sz="11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Benefícios:</a:t>
            </a:r>
            <a:endParaRPr sz="11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&gt; Redução de espaço em disco</a:t>
            </a:r>
            <a:endParaRPr sz="11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&gt; Leitura mais eficiente (acesso seletivo)</a:t>
            </a:r>
            <a:endParaRPr sz="11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&gt; Facilidade de movimentação entre camadas</a:t>
            </a:r>
            <a:endParaRPr sz="11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&gt; </a:t>
            </a:r>
            <a:endParaRPr sz="11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72"/>
          <p:cNvSpPr txBox="1"/>
          <p:nvPr>
            <p:ph type="title"/>
          </p:nvPr>
        </p:nvSpPr>
        <p:spPr>
          <a:xfrm>
            <a:off x="297425" y="253150"/>
            <a:ext cx="7678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Política de Ciclo de Vida</a:t>
            </a:r>
            <a:endParaRPr sz="2400"/>
          </a:p>
        </p:txBody>
      </p:sp>
      <p:sp>
        <p:nvSpPr>
          <p:cNvPr id="512" name="Google Shape;512;p72"/>
          <p:cNvSpPr txBox="1"/>
          <p:nvPr/>
        </p:nvSpPr>
        <p:spPr>
          <a:xfrm>
            <a:off x="395825" y="1044458"/>
            <a:ext cx="2585400" cy="4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  <a:highlight>
                  <a:srgbClr val="901518"/>
                </a:highlight>
                <a:latin typeface="Lexend"/>
                <a:ea typeface="Lexend"/>
                <a:cs typeface="Lexend"/>
                <a:sym typeface="Lexend"/>
              </a:rPr>
              <a:t>Camada Hot</a:t>
            </a:r>
            <a:endParaRPr sz="1600">
              <a:solidFill>
                <a:srgbClr val="19191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13" name="Google Shape;513;p72"/>
          <p:cNvSpPr/>
          <p:nvPr/>
        </p:nvSpPr>
        <p:spPr>
          <a:xfrm>
            <a:off x="297425" y="1447050"/>
            <a:ext cx="5685000" cy="841500"/>
          </a:xfrm>
          <a:prstGeom prst="rect">
            <a:avLst/>
          </a:prstGeom>
          <a:solidFill>
            <a:srgbClr val="EA999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Dados gerados em </a:t>
            </a:r>
            <a:r>
              <a:rPr b="1" lang="en" sz="110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até 6 meses</a:t>
            </a:r>
            <a:r>
              <a:rPr lang="en" sz="110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. Camada caracterizada por alto volume de consultas e utilização em análises frequentes, com quebras diárias, semanais, mensais, bimestrais ou trimestrais. Dados nesta faixa de tempo são críticos para análises operacionais e tomada de decisão.</a:t>
            </a:r>
            <a:endParaRPr sz="1100">
              <a:solidFill>
                <a:srgbClr val="434343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14" name="Google Shape;514;p72"/>
          <p:cNvSpPr txBox="1"/>
          <p:nvPr/>
        </p:nvSpPr>
        <p:spPr>
          <a:xfrm>
            <a:off x="395825" y="2425758"/>
            <a:ext cx="2585400" cy="4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  <a:highlight>
                  <a:srgbClr val="901518"/>
                </a:highlight>
                <a:latin typeface="Lexend"/>
                <a:ea typeface="Lexend"/>
                <a:cs typeface="Lexend"/>
                <a:sym typeface="Lexend"/>
              </a:rPr>
              <a:t>Camada Warm</a:t>
            </a:r>
            <a:endParaRPr sz="1600">
              <a:solidFill>
                <a:srgbClr val="19191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15" name="Google Shape;515;p72"/>
          <p:cNvSpPr/>
          <p:nvPr/>
        </p:nvSpPr>
        <p:spPr>
          <a:xfrm>
            <a:off x="297425" y="2828350"/>
            <a:ext cx="5685000" cy="695100"/>
          </a:xfrm>
          <a:prstGeom prst="rect">
            <a:avLst/>
          </a:prstGeom>
          <a:solidFill>
            <a:srgbClr val="FCE5CD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Dados gerados </a:t>
            </a:r>
            <a:r>
              <a:rPr b="1" lang="en" sz="110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entre</a:t>
            </a:r>
            <a:r>
              <a:rPr lang="en" sz="110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b="1" lang="en" sz="110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6 e 12 meses</a:t>
            </a:r>
            <a:r>
              <a:rPr b="1" lang="en" sz="110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" sz="110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 Camada caracterizada por leituras realizadas de maneira pontual. Dados nesta camada apresentam tempo de leitura maior, equilibrando custo de armazenamento com prioridade de acesso.</a:t>
            </a:r>
            <a:endParaRPr sz="1100">
              <a:solidFill>
                <a:srgbClr val="434343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16" name="Google Shape;516;p72"/>
          <p:cNvSpPr txBox="1"/>
          <p:nvPr/>
        </p:nvSpPr>
        <p:spPr>
          <a:xfrm>
            <a:off x="395825" y="3807058"/>
            <a:ext cx="2585400" cy="4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  <a:highlight>
                  <a:srgbClr val="901518"/>
                </a:highlight>
                <a:latin typeface="Lexend"/>
                <a:ea typeface="Lexend"/>
                <a:cs typeface="Lexend"/>
                <a:sym typeface="Lexend"/>
              </a:rPr>
              <a:t>Camada Cold</a:t>
            </a:r>
            <a:endParaRPr sz="1600">
              <a:solidFill>
                <a:srgbClr val="19191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17" name="Google Shape;517;p72"/>
          <p:cNvSpPr/>
          <p:nvPr/>
        </p:nvSpPr>
        <p:spPr>
          <a:xfrm>
            <a:off x="297425" y="4209650"/>
            <a:ext cx="5685000" cy="6951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Dados gerados cima de </a:t>
            </a:r>
            <a:r>
              <a:rPr b="1" lang="en" sz="110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12</a:t>
            </a:r>
            <a:r>
              <a:rPr b="1" lang="en" sz="110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 meses</a:t>
            </a:r>
            <a:r>
              <a:rPr lang="en" sz="110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. Camada caracterizada por acesso raro e grande volume de dados e arquivos acumulados. D</a:t>
            </a:r>
            <a:r>
              <a:rPr lang="en" sz="1100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rPr>
              <a:t>ados nesta camada têm baixo uso, mas precisam ser mantidos para histórico e auditoria.</a:t>
            </a:r>
            <a:endParaRPr sz="1100">
              <a:solidFill>
                <a:srgbClr val="434343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18" name="Google Shape;518;p72"/>
          <p:cNvSpPr/>
          <p:nvPr/>
        </p:nvSpPr>
        <p:spPr>
          <a:xfrm>
            <a:off x="5982425" y="1447050"/>
            <a:ext cx="2585400" cy="8415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Total de Registros: 657.225</a:t>
            </a:r>
            <a:endParaRPr sz="11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Armazenamento usado: 55.32 MB</a:t>
            </a:r>
            <a:endParaRPr sz="11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19" name="Google Shape;519;p72"/>
          <p:cNvSpPr/>
          <p:nvPr/>
        </p:nvSpPr>
        <p:spPr>
          <a:xfrm>
            <a:off x="5982425" y="2828350"/>
            <a:ext cx="2585400" cy="6951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Total de Registros: 126.468</a:t>
            </a:r>
            <a:endParaRPr sz="11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Armazenamento usado:</a:t>
            </a:r>
            <a:r>
              <a:rPr lang="en" sz="11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 10.76 MB</a:t>
            </a:r>
            <a:endParaRPr sz="11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0" name="Google Shape;520;p72"/>
          <p:cNvSpPr/>
          <p:nvPr/>
        </p:nvSpPr>
        <p:spPr>
          <a:xfrm>
            <a:off x="5982425" y="4209650"/>
            <a:ext cx="2585400" cy="6951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Total de Registros: 7.717.208</a:t>
            </a:r>
            <a:endParaRPr sz="11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Armazenamento usado: 758.41 MB</a:t>
            </a:r>
            <a:r>
              <a:rPr lang="en" sz="11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1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73"/>
          <p:cNvSpPr txBox="1"/>
          <p:nvPr>
            <p:ph type="title"/>
          </p:nvPr>
        </p:nvSpPr>
        <p:spPr>
          <a:xfrm>
            <a:off x="297425" y="253150"/>
            <a:ext cx="7678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Conclusão</a:t>
            </a:r>
            <a:endParaRPr sz="2400"/>
          </a:p>
        </p:txBody>
      </p:sp>
      <p:sp>
        <p:nvSpPr>
          <p:cNvPr id="526" name="Google Shape;526;p73"/>
          <p:cNvSpPr txBox="1"/>
          <p:nvPr/>
        </p:nvSpPr>
        <p:spPr>
          <a:xfrm>
            <a:off x="720000" y="1174000"/>
            <a:ext cx="7609800" cy="33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  <a:highlight>
                  <a:srgbClr val="901518"/>
                </a:highlight>
                <a:latin typeface="Lexend"/>
                <a:ea typeface="Lexend"/>
                <a:cs typeface="Lexend"/>
                <a:sym typeface="Lexend"/>
              </a:rPr>
              <a:t>Eficiência de Armazenamento:</a:t>
            </a:r>
            <a:r>
              <a:rPr b="1" lang="en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 conversão do formato original para formatos colunares resultou em uma economia superior a 68% de espaço em disco. O formato ORC apresentou a maior taxa de compressão, sendo ligeiramente superior ao Parquet nesse quesito.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highlight>
                  <a:schemeClr val="dk2"/>
                </a:highlight>
                <a:latin typeface="Lexend"/>
                <a:ea typeface="Lexend"/>
                <a:cs typeface="Lexend"/>
                <a:sym typeface="Lexend"/>
              </a:rPr>
              <a:t>Superioridade de Performance do Parquet:</a:t>
            </a: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Apesar do ORC ser mais eficiente em armazenamento, o formato Parquet demonstrou ser a melhor escolha para performance operacional. Ele superou o ORC em 9,5% na velocidade de escrita e foi mais rápido em consultas, chegando a uma performance 73,7% superior em agregações simples e 60,6% em consultas com filtros.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highlight>
                  <a:schemeClr val="dk2"/>
                </a:highlight>
                <a:latin typeface="Lexend"/>
                <a:ea typeface="Lexend"/>
                <a:cs typeface="Lexend"/>
                <a:sym typeface="Lexend"/>
              </a:rPr>
              <a:t>Recomendação Técnica:</a:t>
            </a: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Para ambientes que utilizam Spark e Iceberg, no contexto da base utilizada, a combinação do formato Parquet com compressão Snappy e particionamento por tempo oferece o melhor equilíbrio entre velocidade de leitura/escrita e eficiência de custo para grandes volumes de dados.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19191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irst Aid and Emergency Response - Health - 11th Grade by Slidesgo">
  <a:themeElements>
    <a:clrScheme name="Simple Light">
      <a:dk1>
        <a:srgbClr val="333333"/>
      </a:dk1>
      <a:lt1>
        <a:srgbClr val="F8F8F8"/>
      </a:lt1>
      <a:dk2>
        <a:srgbClr val="901518"/>
      </a:dk2>
      <a:lt2>
        <a:srgbClr val="FFFFFF"/>
      </a:lt2>
      <a:accent1>
        <a:srgbClr val="91B4B0"/>
      </a:accent1>
      <a:accent2>
        <a:srgbClr val="DFDEDE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First Aid and Emergency Response - Health - 11th Grade by Slidesgo">
  <a:themeElements>
    <a:clrScheme name="Simple Light">
      <a:dk1>
        <a:srgbClr val="333333"/>
      </a:dk1>
      <a:lt1>
        <a:srgbClr val="F8F8F8"/>
      </a:lt1>
      <a:dk2>
        <a:srgbClr val="901518"/>
      </a:dk2>
      <a:lt2>
        <a:srgbClr val="FFFFFF"/>
      </a:lt2>
      <a:accent1>
        <a:srgbClr val="91B4B0"/>
      </a:accent1>
      <a:accent2>
        <a:srgbClr val="DFDEDE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